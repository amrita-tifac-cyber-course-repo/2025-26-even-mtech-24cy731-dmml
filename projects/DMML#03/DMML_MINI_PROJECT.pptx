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2"/>
  </p:notesMasterIdLst>
  <p:sldIdLst>
    <p:sldId id="530" r:id="rId5"/>
    <p:sldId id="531" r:id="rId6"/>
    <p:sldId id="547" r:id="rId7"/>
    <p:sldId id="550" r:id="rId8"/>
    <p:sldId id="549" r:id="rId9"/>
    <p:sldId id="551" r:id="rId10"/>
    <p:sldId id="552" r:id="rId11"/>
    <p:sldId id="553" r:id="rId12"/>
    <p:sldId id="554" r:id="rId13"/>
    <p:sldId id="556" r:id="rId14"/>
    <p:sldId id="555" r:id="rId15"/>
    <p:sldId id="558" r:id="rId16"/>
    <p:sldId id="557" r:id="rId17"/>
    <p:sldId id="559" r:id="rId18"/>
    <p:sldId id="538" r:id="rId19"/>
    <p:sldId id="543" r:id="rId20"/>
    <p:sldId id="54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22EE"/>
    <a:srgbClr val="F01688"/>
    <a:srgbClr val="2F21F3"/>
    <a:srgbClr val="FEB52B"/>
    <a:srgbClr val="F01689"/>
    <a:srgbClr val="6F22E3"/>
    <a:srgbClr val="E218A3"/>
    <a:srgbClr val="BA20DB"/>
    <a:srgbClr val="6A23F1"/>
    <a:srgbClr val="2F22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422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BCFC-AFFD-334C-A183-6116BAFDF92B}" type="datetimeFigureOut">
              <a:rPr lang="en-US" smtClean="0"/>
              <a:t>3/25/2026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C058E0-0852-DB43-83D6-BD76659FF1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306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0584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72160-6EAF-1A01-D5B8-93A97744E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94C99C-5E95-F4BB-000A-4418C1EC10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E4ECBD-A4A1-2B60-B881-7C26C413C9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BC0FC6-6016-4EBD-BCB1-6859245CA2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819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B03A9-2F14-6B9C-ACA9-FDB24BE8F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685BB1-1647-3904-F642-182B6A657E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0744F3-3FAA-5700-E011-5764207B18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98E9A6-611D-7C44-40BA-D3F808F74F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21271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DA42A-4EE8-EEEA-4F4C-3081D7947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89FCA7-4B7D-20F7-0FC9-7A46EDF40E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EC487E-2393-AB20-FAF2-EDFF40761E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A1F74-707D-6B6E-B644-2C853B80B9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8969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EC554-C16F-6789-35D7-D03B1AA7C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0FF9A8-9E8A-6BAF-21C3-6F57EA4DE9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235CAB-17C8-CFA2-EAFF-E8D32919ED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503D6-52C0-1CEE-F2D8-3D09DC3B4B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7911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A568A-7A05-54A4-140E-B7CCEA511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D8C285-E857-C3D0-3C80-6579D45BAF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44D9A3-2CD2-584B-B057-0F285ED87D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866AE2-A0D3-9196-A2C4-EAD42D6045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897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F51FEA09-E4BD-0741-D624-EED4A231C599}"/>
              </a:ext>
            </a:extLst>
          </p:cNvPr>
          <p:cNvSpPr/>
          <p:nvPr userDrawn="1"/>
        </p:nvSpPr>
        <p:spPr>
          <a:xfrm rot="10800000">
            <a:off x="853427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0"/>
                </a:schemeClr>
              </a:gs>
              <a:gs pos="99000">
                <a:schemeClr val="accent3">
                  <a:alpha val="71647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B707B5BA-AB15-D1EF-EBC5-F38FCE20FC52}"/>
              </a:ext>
            </a:extLst>
          </p:cNvPr>
          <p:cNvSpPr/>
          <p:nvPr userDrawn="1"/>
        </p:nvSpPr>
        <p:spPr>
          <a:xfrm rot="710202" flipV="1">
            <a:off x="-145573" y="4175628"/>
            <a:ext cx="6040006" cy="3240870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97000">
                <a:schemeClr val="accent3">
                  <a:lumMod val="50000"/>
                  <a:alpha val="21210"/>
                </a:schemeClr>
              </a:gs>
              <a:gs pos="72000">
                <a:schemeClr val="accent4">
                  <a:lumMod val="50000"/>
                </a:schemeClr>
              </a:gs>
              <a:gs pos="3000">
                <a:schemeClr val="accent6">
                  <a:alpha val="53787"/>
                </a:schemeClr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AF73CC-B23B-6DCD-7E3E-8213485DF9B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3104925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1">
            <a:extLst>
              <a:ext uri="{FF2B5EF4-FFF2-40B4-BE49-F238E27FC236}">
                <a16:creationId xmlns:a16="http://schemas.microsoft.com/office/drawing/2014/main" id="{0319ECD0-7050-C18F-AC35-7F8DFA288A58}"/>
              </a:ext>
            </a:extLst>
          </p:cNvPr>
          <p:cNvSpPr/>
          <p:nvPr userDrawn="1"/>
        </p:nvSpPr>
        <p:spPr>
          <a:xfrm>
            <a:off x="-24334" y="1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1889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32954FC-1C1B-B277-413F-3CBA66FD1EAD}"/>
              </a:ext>
            </a:extLst>
          </p:cNvPr>
          <p:cNvSpPr/>
          <p:nvPr userDrawn="1"/>
        </p:nvSpPr>
        <p:spPr>
          <a:xfrm flipH="1" flipV="1">
            <a:off x="-26982" y="9939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50000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9AD65933-4DAE-2A46-C7F9-2A20CB244088}"/>
              </a:ext>
            </a:extLst>
          </p:cNvPr>
          <p:cNvSpPr/>
          <p:nvPr userDrawn="1"/>
        </p:nvSpPr>
        <p:spPr>
          <a:xfrm>
            <a:off x="4603793" y="0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41000">
                <a:schemeClr val="accent5">
                  <a:alpha val="21000"/>
                </a:schemeClr>
              </a:gs>
              <a:gs pos="98000">
                <a:schemeClr val="accent5">
                  <a:lumMod val="50000"/>
                </a:schemeClr>
              </a:gs>
            </a:gsLst>
            <a:lin ang="13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078C0FDD-401B-0E80-5823-215C99BAE6B2}"/>
              </a:ext>
            </a:extLst>
          </p:cNvPr>
          <p:cNvSpPr/>
          <p:nvPr userDrawn="1"/>
        </p:nvSpPr>
        <p:spPr>
          <a:xfrm rot="710202" flipH="1">
            <a:off x="6511239" y="-551340"/>
            <a:ext cx="5838132" cy="3132551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4">
                  <a:lumMod val="75000"/>
                  <a:alpha val="19000"/>
                </a:schemeClr>
              </a:gs>
              <a:gs pos="0">
                <a:schemeClr val="accent6">
                  <a:alpha val="61994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584" y="2176272"/>
            <a:ext cx="9921240" cy="148132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42611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340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5">
            <a:extLst>
              <a:ext uri="{FF2B5EF4-FFF2-40B4-BE49-F238E27FC236}">
                <a16:creationId xmlns:a16="http://schemas.microsoft.com/office/drawing/2014/main" id="{079F0D65-9DED-1DC3-6E6D-E4AD5252A007}"/>
              </a:ext>
            </a:extLst>
          </p:cNvPr>
          <p:cNvSpPr/>
          <p:nvPr userDrawn="1"/>
        </p:nvSpPr>
        <p:spPr>
          <a:xfrm rot="16200000" flipV="1">
            <a:off x="6507450" y="1163358"/>
            <a:ext cx="6858000" cy="4531278"/>
          </a:xfrm>
          <a:custGeom>
            <a:avLst/>
            <a:gdLst>
              <a:gd name="connsiteX0" fmla="*/ 6858000 w 6858000"/>
              <a:gd name="connsiteY0" fmla="*/ 3150313 h 3750964"/>
              <a:gd name="connsiteX1" fmla="*/ 6858000 w 6858000"/>
              <a:gd name="connsiteY1" fmla="*/ 0 h 3750964"/>
              <a:gd name="connsiteX2" fmla="*/ 0 w 6858000"/>
              <a:gd name="connsiteY2" fmla="*/ 0 h 3750964"/>
              <a:gd name="connsiteX3" fmla="*/ 0 w 6858000"/>
              <a:gd name="connsiteY3" fmla="*/ 3220894 h 3750964"/>
              <a:gd name="connsiteX4" fmla="*/ 10973 w 6858000"/>
              <a:gd name="connsiteY4" fmla="*/ 3230398 h 3750964"/>
              <a:gd name="connsiteX5" fmla="*/ 1661251 w 6858000"/>
              <a:gd name="connsiteY5" fmla="*/ 3750927 h 3750964"/>
              <a:gd name="connsiteX6" fmla="*/ 4893397 w 6858000"/>
              <a:gd name="connsiteY6" fmla="*/ 2661368 h 3750964"/>
              <a:gd name="connsiteX7" fmla="*/ 6834019 w 6858000"/>
              <a:gd name="connsiteY7" fmla="*/ 3137932 h 3750964"/>
              <a:gd name="connsiteX8" fmla="*/ 6858000 w 6858000"/>
              <a:gd name="connsiteY8" fmla="*/ 3150313 h 375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3750964">
                <a:moveTo>
                  <a:pt x="6858000" y="3150313"/>
                </a:moveTo>
                <a:lnTo>
                  <a:pt x="6858000" y="0"/>
                </a:lnTo>
                <a:lnTo>
                  <a:pt x="0" y="0"/>
                </a:lnTo>
                <a:lnTo>
                  <a:pt x="0" y="3220894"/>
                </a:lnTo>
                <a:lnTo>
                  <a:pt x="10973" y="3230398"/>
                </a:lnTo>
                <a:cubicBezTo>
                  <a:pt x="366756" y="3514112"/>
                  <a:pt x="933081" y="3754395"/>
                  <a:pt x="1661251" y="3750927"/>
                </a:cubicBezTo>
                <a:cubicBezTo>
                  <a:pt x="2955776" y="3744762"/>
                  <a:pt x="3514049" y="2682714"/>
                  <a:pt x="4893397" y="2661368"/>
                </a:cubicBezTo>
                <a:cubicBezTo>
                  <a:pt x="5755490" y="2648026"/>
                  <a:pt x="6380835" y="2908605"/>
                  <a:pt x="6834019" y="3137932"/>
                </a:cubicBezTo>
                <a:lnTo>
                  <a:pt x="6858000" y="3150313"/>
                </a:lnTo>
                <a:close/>
              </a:path>
            </a:pathLst>
          </a:custGeom>
          <a:solidFill>
            <a:schemeClr val="accent4">
              <a:alpha val="1423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18">
            <a:extLst>
              <a:ext uri="{FF2B5EF4-FFF2-40B4-BE49-F238E27FC236}">
                <a16:creationId xmlns:a16="http://schemas.microsoft.com/office/drawing/2014/main" id="{9C605622-8F1F-632F-D5C0-1F2E7875EBA1}"/>
              </a:ext>
            </a:extLst>
          </p:cNvPr>
          <p:cNvSpPr/>
          <p:nvPr userDrawn="1"/>
        </p:nvSpPr>
        <p:spPr>
          <a:xfrm rot="5400000">
            <a:off x="6488397" y="1182411"/>
            <a:ext cx="6858000" cy="4493171"/>
          </a:xfrm>
          <a:custGeom>
            <a:avLst/>
            <a:gdLst>
              <a:gd name="connsiteX0" fmla="*/ 0 w 6858000"/>
              <a:gd name="connsiteY0" fmla="*/ 3300688 h 4744323"/>
              <a:gd name="connsiteX1" fmla="*/ 0 w 6858000"/>
              <a:gd name="connsiteY1" fmla="*/ 0 h 4744323"/>
              <a:gd name="connsiteX2" fmla="*/ 6858000 w 6858000"/>
              <a:gd name="connsiteY2" fmla="*/ 0 h 4744323"/>
              <a:gd name="connsiteX3" fmla="*/ 6858000 w 6858000"/>
              <a:gd name="connsiteY3" fmla="*/ 3130282 h 4744323"/>
              <a:gd name="connsiteX4" fmla="*/ 6685009 w 6858000"/>
              <a:gd name="connsiteY4" fmla="*/ 3177721 h 4744323"/>
              <a:gd name="connsiteX5" fmla="*/ 2944852 w 6858000"/>
              <a:gd name="connsiteY5" fmla="*/ 4744264 h 4744323"/>
              <a:gd name="connsiteX6" fmla="*/ 88593 w 6858000"/>
              <a:gd name="connsiteY6" fmla="*/ 3449517 h 4744323"/>
              <a:gd name="connsiteX7" fmla="*/ 0 w 6858000"/>
              <a:gd name="connsiteY7" fmla="*/ 3300688 h 474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744323">
                <a:moveTo>
                  <a:pt x="0" y="3300688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3130282"/>
                </a:lnTo>
                <a:lnTo>
                  <a:pt x="6685009" y="3177721"/>
                </a:lnTo>
                <a:cubicBezTo>
                  <a:pt x="5333681" y="3615865"/>
                  <a:pt x="4498161" y="4736270"/>
                  <a:pt x="2944852" y="4744264"/>
                </a:cubicBezTo>
                <a:cubicBezTo>
                  <a:pt x="1511029" y="4751644"/>
                  <a:pt x="502120" y="4067469"/>
                  <a:pt x="88593" y="3449517"/>
                </a:cubicBezTo>
                <a:lnTo>
                  <a:pt x="0" y="3300688"/>
                </a:lnTo>
                <a:close/>
              </a:path>
            </a:pathLst>
          </a:custGeom>
          <a:gradFill flip="none" rotWithShape="1">
            <a:gsLst>
              <a:gs pos="4000">
                <a:schemeClr val="accent2">
                  <a:alpha val="23589"/>
                </a:schemeClr>
              </a:gs>
              <a:gs pos="79000">
                <a:schemeClr val="accent5">
                  <a:lumMod val="50000"/>
                  <a:alpha val="5218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919AB4B2-2D3A-FCB5-0314-CC465BCC0E5D}"/>
              </a:ext>
            </a:extLst>
          </p:cNvPr>
          <p:cNvSpPr/>
          <p:nvPr userDrawn="1"/>
        </p:nvSpPr>
        <p:spPr>
          <a:xfrm rot="5400000">
            <a:off x="6926379" y="1582290"/>
            <a:ext cx="6858001" cy="3693421"/>
          </a:xfrm>
          <a:custGeom>
            <a:avLst/>
            <a:gdLst>
              <a:gd name="connsiteX0" fmla="*/ 0 w 6858001"/>
              <a:gd name="connsiteY0" fmla="*/ 3437558 h 3693421"/>
              <a:gd name="connsiteX1" fmla="*/ 0 w 6858001"/>
              <a:gd name="connsiteY1" fmla="*/ 0 h 3693421"/>
              <a:gd name="connsiteX2" fmla="*/ 6858001 w 6858001"/>
              <a:gd name="connsiteY2" fmla="*/ 0 h 3693421"/>
              <a:gd name="connsiteX3" fmla="*/ 6858001 w 6858001"/>
              <a:gd name="connsiteY3" fmla="*/ 1982949 h 3693421"/>
              <a:gd name="connsiteX4" fmla="*/ 6594582 w 6858001"/>
              <a:gd name="connsiteY4" fmla="*/ 1960784 h 3693421"/>
              <a:gd name="connsiteX5" fmla="*/ 6223032 w 6858001"/>
              <a:gd name="connsiteY5" fmla="*/ 1954544 h 3693421"/>
              <a:gd name="connsiteX6" fmla="*/ 1449771 w 6858001"/>
              <a:gd name="connsiteY6" fmla="*/ 3693362 h 3693421"/>
              <a:gd name="connsiteX7" fmla="*/ 163899 w 6858001"/>
              <a:gd name="connsiteY7" fmla="*/ 3498289 h 3693421"/>
              <a:gd name="connsiteX8" fmla="*/ 0 w 6858001"/>
              <a:gd name="connsiteY8" fmla="*/ 3437558 h 369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1" h="3693421">
                <a:moveTo>
                  <a:pt x="0" y="3437558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1982949"/>
                </a:lnTo>
                <a:lnTo>
                  <a:pt x="6594582" y="1960784"/>
                </a:lnTo>
                <a:cubicBezTo>
                  <a:pt x="6474164" y="1954657"/>
                  <a:pt x="6350346" y="1952415"/>
                  <a:pt x="6223032" y="1954544"/>
                </a:cubicBezTo>
                <a:cubicBezTo>
                  <a:pt x="4185999" y="1988612"/>
                  <a:pt x="3361537" y="3683524"/>
                  <a:pt x="1449771" y="3693362"/>
                </a:cubicBezTo>
                <a:cubicBezTo>
                  <a:pt x="971830" y="3695822"/>
                  <a:pt x="541102" y="3621442"/>
                  <a:pt x="163899" y="3498289"/>
                </a:cubicBezTo>
                <a:lnTo>
                  <a:pt x="0" y="3437558"/>
                </a:lnTo>
                <a:close/>
              </a:path>
            </a:pathLst>
          </a:custGeom>
          <a:gradFill>
            <a:gsLst>
              <a:gs pos="84000">
                <a:schemeClr val="accent4">
                  <a:alpha val="20000"/>
                </a:schemeClr>
              </a:gs>
              <a:gs pos="1000">
                <a:schemeClr val="accent6">
                  <a:alpha val="38000"/>
                </a:schemeClr>
              </a:gs>
              <a:gs pos="100000">
                <a:schemeClr val="accent6">
                  <a:alpha val="3349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2257B9-FE58-1976-7115-17E05E5819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F040BB-6465-852C-B53C-074E90BB09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832104"/>
            <a:ext cx="8878824" cy="1069848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2212848"/>
            <a:ext cx="6422136" cy="3282696"/>
          </a:xfrm>
        </p:spPr>
        <p:txBody>
          <a:bodyPr>
            <a:noAutofit/>
          </a:bodyPr>
          <a:lstStyle>
            <a:lvl1pPr marL="347472">
              <a:lnSpc>
                <a:spcPct val="150000"/>
              </a:lnSpc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167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BE68DE5-FB8F-C713-B589-69851789C6C5}"/>
              </a:ext>
            </a:extLst>
          </p:cNvPr>
          <p:cNvSpPr/>
          <p:nvPr userDrawn="1"/>
        </p:nvSpPr>
        <p:spPr>
          <a:xfrm>
            <a:off x="1" y="4852144"/>
            <a:ext cx="5681755" cy="2002200"/>
          </a:xfrm>
          <a:custGeom>
            <a:avLst/>
            <a:gdLst>
              <a:gd name="connsiteX0" fmla="*/ 320629 w 5681755"/>
              <a:gd name="connsiteY0" fmla="*/ 0 h 2002200"/>
              <a:gd name="connsiteX1" fmla="*/ 375829 w 5681755"/>
              <a:gd name="connsiteY1" fmla="*/ 158026 h 2002200"/>
              <a:gd name="connsiteX2" fmla="*/ 897491 w 5681755"/>
              <a:gd name="connsiteY2" fmla="*/ 961690 h 2002200"/>
              <a:gd name="connsiteX3" fmla="*/ 4054478 w 5681755"/>
              <a:gd name="connsiteY3" fmla="*/ 1474149 h 2002200"/>
              <a:gd name="connsiteX4" fmla="*/ 5679398 w 5681755"/>
              <a:gd name="connsiteY4" fmla="*/ 1986034 h 2002200"/>
              <a:gd name="connsiteX5" fmla="*/ 5681755 w 5681755"/>
              <a:gd name="connsiteY5" fmla="*/ 2002200 h 2002200"/>
              <a:gd name="connsiteX6" fmla="*/ 0 w 5681755"/>
              <a:gd name="connsiteY6" fmla="*/ 1989323 h 2002200"/>
              <a:gd name="connsiteX7" fmla="*/ 0 w 5681755"/>
              <a:gd name="connsiteY7" fmla="*/ 1952135 h 200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81755" h="2002200">
                <a:moveTo>
                  <a:pt x="320629" y="0"/>
                </a:moveTo>
                <a:lnTo>
                  <a:pt x="375829" y="158026"/>
                </a:lnTo>
                <a:cubicBezTo>
                  <a:pt x="503741" y="486192"/>
                  <a:pt x="688117" y="753054"/>
                  <a:pt x="897491" y="961690"/>
                </a:cubicBezTo>
                <a:cubicBezTo>
                  <a:pt x="1455821" y="1518049"/>
                  <a:pt x="3033468" y="1694058"/>
                  <a:pt x="4054478" y="1474149"/>
                </a:cubicBezTo>
                <a:cubicBezTo>
                  <a:pt x="5094564" y="1247948"/>
                  <a:pt x="5587838" y="1548928"/>
                  <a:pt x="5679398" y="1986034"/>
                </a:cubicBezTo>
                <a:lnTo>
                  <a:pt x="5681755" y="2002200"/>
                </a:lnTo>
                <a:lnTo>
                  <a:pt x="0" y="1989323"/>
                </a:lnTo>
                <a:lnTo>
                  <a:pt x="0" y="1952135"/>
                </a:lnTo>
                <a:close/>
              </a:path>
            </a:pathLst>
          </a:custGeom>
          <a:gradFill flip="none" rotWithShape="1">
            <a:gsLst>
              <a:gs pos="77000">
                <a:schemeClr val="accent3">
                  <a:lumMod val="25000"/>
                  <a:alpha val="0"/>
                </a:schemeClr>
              </a:gs>
              <a:gs pos="0">
                <a:schemeClr val="tx2">
                  <a:alpha val="7077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6B337A9-EA8E-4E30-3CF4-C681F9705934}"/>
              </a:ext>
            </a:extLst>
          </p:cNvPr>
          <p:cNvSpPr/>
          <p:nvPr userDrawn="1"/>
        </p:nvSpPr>
        <p:spPr>
          <a:xfrm>
            <a:off x="1" y="0"/>
            <a:ext cx="6392389" cy="3297866"/>
          </a:xfrm>
          <a:custGeom>
            <a:avLst/>
            <a:gdLst>
              <a:gd name="connsiteX0" fmla="*/ 0 w 6392389"/>
              <a:gd name="connsiteY0" fmla="*/ 0 h 3297866"/>
              <a:gd name="connsiteX1" fmla="*/ 6392389 w 6392389"/>
              <a:gd name="connsiteY1" fmla="*/ 0 h 3297866"/>
              <a:gd name="connsiteX2" fmla="*/ 6039257 w 6392389"/>
              <a:gd name="connsiteY2" fmla="*/ 205593 h 3297866"/>
              <a:gd name="connsiteX3" fmla="*/ 4044501 w 6392389"/>
              <a:gd name="connsiteY3" fmla="*/ 1885401 h 3297866"/>
              <a:gd name="connsiteX4" fmla="*/ 41384 w 6392389"/>
              <a:gd name="connsiteY4" fmla="*/ 2408804 h 3297866"/>
              <a:gd name="connsiteX5" fmla="*/ 0 w 6392389"/>
              <a:gd name="connsiteY5" fmla="*/ 2349004 h 329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92389" h="3297866">
                <a:moveTo>
                  <a:pt x="0" y="0"/>
                </a:moveTo>
                <a:lnTo>
                  <a:pt x="6392389" y="0"/>
                </a:lnTo>
                <a:lnTo>
                  <a:pt x="6039257" y="205593"/>
                </a:lnTo>
                <a:cubicBezTo>
                  <a:pt x="5243960" y="694220"/>
                  <a:pt x="4533171" y="1286369"/>
                  <a:pt x="4044501" y="1885401"/>
                </a:cubicBezTo>
                <a:cubicBezTo>
                  <a:pt x="2455953" y="3842789"/>
                  <a:pt x="879065" y="3516921"/>
                  <a:pt x="41384" y="2408804"/>
                </a:cubicBezTo>
                <a:lnTo>
                  <a:pt x="0" y="2349004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25000"/>
                </a:schemeClr>
              </a:gs>
              <a:gs pos="100000">
                <a:schemeClr val="tx2">
                  <a:alpha val="54000"/>
                </a:schemeClr>
              </a:gs>
            </a:gsLst>
            <a:lin ang="102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385D1DB-F6B1-8F65-1FDB-5CDD731A6DFC}"/>
              </a:ext>
            </a:extLst>
          </p:cNvPr>
          <p:cNvSpPr/>
          <p:nvPr userDrawn="1"/>
        </p:nvSpPr>
        <p:spPr>
          <a:xfrm>
            <a:off x="9517205" y="2"/>
            <a:ext cx="2674794" cy="6857999"/>
          </a:xfrm>
          <a:custGeom>
            <a:avLst/>
            <a:gdLst>
              <a:gd name="connsiteX0" fmla="*/ 2674793 w 2674794"/>
              <a:gd name="connsiteY0" fmla="*/ 0 h 6857999"/>
              <a:gd name="connsiteX1" fmla="*/ 2674794 w 2674794"/>
              <a:gd name="connsiteY1" fmla="*/ 6857999 h 6857999"/>
              <a:gd name="connsiteX2" fmla="*/ 1158844 w 2674794"/>
              <a:gd name="connsiteY2" fmla="*/ 6857999 h 6857999"/>
              <a:gd name="connsiteX3" fmla="*/ 1212639 w 2674794"/>
              <a:gd name="connsiteY3" fmla="*/ 6771304 h 6857999"/>
              <a:gd name="connsiteX4" fmla="*/ 1327460 w 2674794"/>
              <a:gd name="connsiteY4" fmla="*/ 6554527 h 6857999"/>
              <a:gd name="connsiteX5" fmla="*/ 545566 w 2674794"/>
              <a:gd name="connsiteY5" fmla="*/ 2293136 h 6857999"/>
              <a:gd name="connsiteX6" fmla="*/ 381787 w 2674794"/>
              <a:gd name="connsiteY6" fmla="*/ 3827 h 6857999"/>
              <a:gd name="connsiteX7" fmla="*/ 386161 w 2674794"/>
              <a:gd name="connsiteY7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74794" h="6857999">
                <a:moveTo>
                  <a:pt x="2674793" y="0"/>
                </a:moveTo>
                <a:lnTo>
                  <a:pt x="2674794" y="6857999"/>
                </a:lnTo>
                <a:lnTo>
                  <a:pt x="1158844" y="6857999"/>
                </a:lnTo>
                <a:lnTo>
                  <a:pt x="1212639" y="6771304"/>
                </a:lnTo>
                <a:cubicBezTo>
                  <a:pt x="1256917" y="6696480"/>
                  <a:pt x="1295401" y="6624001"/>
                  <a:pt x="1327460" y="6554527"/>
                </a:cubicBezTo>
                <a:cubicBezTo>
                  <a:pt x="1840424" y="5442926"/>
                  <a:pt x="1337703" y="3374924"/>
                  <a:pt x="545566" y="2293136"/>
                </a:cubicBezTo>
                <a:cubicBezTo>
                  <a:pt x="-210423" y="1266170"/>
                  <a:pt x="-98154" y="469786"/>
                  <a:pt x="381787" y="3827"/>
                </a:cubicBezTo>
                <a:lnTo>
                  <a:pt x="386161" y="0"/>
                </a:lnTo>
                <a:close/>
              </a:path>
            </a:pathLst>
          </a:custGeom>
          <a:solidFill>
            <a:schemeClr val="tx2">
              <a:alpha val="32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glass card">
            <a:extLst>
              <a:ext uri="{FF2B5EF4-FFF2-40B4-BE49-F238E27FC236}">
                <a16:creationId xmlns:a16="http://schemas.microsoft.com/office/drawing/2014/main" id="{BAC99002-32F5-F4C1-2519-F23274B0580C}"/>
              </a:ext>
            </a:extLst>
          </p:cNvPr>
          <p:cNvSpPr/>
          <p:nvPr userDrawn="1"/>
        </p:nvSpPr>
        <p:spPr>
          <a:xfrm>
            <a:off x="1365705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100000">
                <a:schemeClr val="bg1">
                  <a:alpha val="3000"/>
                </a:schemeClr>
              </a:gs>
              <a:gs pos="47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DF239B3-DB66-3CD4-1BFE-4EBA82BC4A44}"/>
              </a:ext>
            </a:extLst>
          </p:cNvPr>
          <p:cNvSpPr/>
          <p:nvPr userDrawn="1"/>
        </p:nvSpPr>
        <p:spPr>
          <a:xfrm>
            <a:off x="0" y="5255333"/>
            <a:ext cx="2769194" cy="1602667"/>
          </a:xfrm>
          <a:custGeom>
            <a:avLst/>
            <a:gdLst>
              <a:gd name="connsiteX0" fmla="*/ 0 w 2769194"/>
              <a:gd name="connsiteY0" fmla="*/ 0 h 1602667"/>
              <a:gd name="connsiteX1" fmla="*/ 93250 w 2769194"/>
              <a:gd name="connsiteY1" fmla="*/ 101565 h 1602667"/>
              <a:gd name="connsiteX2" fmla="*/ 2646213 w 2769194"/>
              <a:gd name="connsiteY2" fmla="*/ 1567071 h 1602667"/>
              <a:gd name="connsiteX3" fmla="*/ 2769194 w 2769194"/>
              <a:gd name="connsiteY3" fmla="*/ 1602667 h 1602667"/>
              <a:gd name="connsiteX4" fmla="*/ 0 w 2769194"/>
              <a:gd name="connsiteY4" fmla="*/ 1602667 h 1602667"/>
              <a:gd name="connsiteX5" fmla="*/ 0 w 2769194"/>
              <a:gd name="connsiteY5" fmla="*/ 807120 h 1602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69194" h="1602667">
                <a:moveTo>
                  <a:pt x="0" y="0"/>
                </a:moveTo>
                <a:lnTo>
                  <a:pt x="93250" y="101565"/>
                </a:lnTo>
                <a:cubicBezTo>
                  <a:pt x="702540" y="735306"/>
                  <a:pt x="1672588" y="1259605"/>
                  <a:pt x="2646213" y="1567071"/>
                </a:cubicBezTo>
                <a:lnTo>
                  <a:pt x="2769194" y="1602667"/>
                </a:lnTo>
                <a:lnTo>
                  <a:pt x="0" y="1602667"/>
                </a:lnTo>
                <a:lnTo>
                  <a:pt x="0" y="807120"/>
                </a:lnTo>
                <a:close/>
              </a:path>
            </a:pathLst>
          </a:custGeom>
          <a:gradFill flip="none" rotWithShape="1">
            <a:gsLst>
              <a:gs pos="60000">
                <a:schemeClr val="accent3">
                  <a:alpha val="45000"/>
                </a:schemeClr>
              </a:gs>
              <a:gs pos="99000">
                <a:schemeClr val="accent5">
                  <a:alpha val="66721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169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9968"/>
            <a:ext cx="9144000" cy="106984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38039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1F20C20-DE23-6FE7-74A0-517218ACED7A}"/>
              </a:ext>
            </a:extLst>
          </p:cNvPr>
          <p:cNvSpPr/>
          <p:nvPr userDrawn="1"/>
        </p:nvSpPr>
        <p:spPr>
          <a:xfrm rot="10800000">
            <a:off x="-1" y="5019503"/>
            <a:ext cx="9676770" cy="18384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2917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98E2EA35-4179-2438-E1D1-02EFA8830FF9}"/>
              </a:ext>
            </a:extLst>
          </p:cNvPr>
          <p:cNvSpPr/>
          <p:nvPr userDrawn="1"/>
        </p:nvSpPr>
        <p:spPr>
          <a:xfrm flipV="1">
            <a:off x="2763044" y="6076116"/>
            <a:ext cx="3946673" cy="781884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accent4">
                  <a:lumMod val="75000"/>
                  <a:alpha val="46295"/>
                </a:schemeClr>
              </a:gs>
              <a:gs pos="33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7C0B16B-87E9-E92C-62F3-D1844BEE5B2D}"/>
              </a:ext>
            </a:extLst>
          </p:cNvPr>
          <p:cNvSpPr/>
          <p:nvPr userDrawn="1"/>
        </p:nvSpPr>
        <p:spPr>
          <a:xfrm rot="10800000">
            <a:off x="5393054" y="601597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51F4118C-3B46-F20B-EF12-E16F7513844C}"/>
              </a:ext>
            </a:extLst>
          </p:cNvPr>
          <p:cNvSpPr/>
          <p:nvPr userDrawn="1"/>
        </p:nvSpPr>
        <p:spPr>
          <a:xfrm rot="10800000" flipH="1">
            <a:off x="-2688" y="5263861"/>
            <a:ext cx="12192000" cy="1599109"/>
          </a:xfrm>
          <a:custGeom>
            <a:avLst/>
            <a:gdLst>
              <a:gd name="connsiteX0" fmla="*/ 1373073 w 12192000"/>
              <a:gd name="connsiteY0" fmla="*/ 1599066 h 1599109"/>
              <a:gd name="connsiteX1" fmla="*/ 4901233 w 12192000"/>
              <a:gd name="connsiteY1" fmla="*/ 313816 h 1599109"/>
              <a:gd name="connsiteX2" fmla="*/ 7629483 w 12192000"/>
              <a:gd name="connsiteY2" fmla="*/ 1209099 h 1599109"/>
              <a:gd name="connsiteX3" fmla="*/ 7664573 w 12192000"/>
              <a:gd name="connsiteY3" fmla="*/ 1222798 h 1599109"/>
              <a:gd name="connsiteX4" fmla="*/ 7753536 w 12192000"/>
              <a:gd name="connsiteY4" fmla="*/ 1277391 h 1599109"/>
              <a:gd name="connsiteX5" fmla="*/ 9091947 w 12192000"/>
              <a:gd name="connsiteY5" fmla="*/ 1582567 h 1599109"/>
              <a:gd name="connsiteX6" fmla="*/ 12094171 w 12192000"/>
              <a:gd name="connsiteY6" fmla="*/ 359476 h 1599109"/>
              <a:gd name="connsiteX7" fmla="*/ 12192000 w 12192000"/>
              <a:gd name="connsiteY7" fmla="*/ 342643 h 1599109"/>
              <a:gd name="connsiteX8" fmla="*/ 12192000 w 12192000"/>
              <a:gd name="connsiteY8" fmla="*/ 0 h 1599109"/>
              <a:gd name="connsiteX9" fmla="*/ 0 w 12192000"/>
              <a:gd name="connsiteY9" fmla="*/ 0 h 1599109"/>
              <a:gd name="connsiteX10" fmla="*/ 0 w 12192000"/>
              <a:gd name="connsiteY10" fmla="*/ 1274406 h 1599109"/>
              <a:gd name="connsiteX11" fmla="*/ 34662 w 12192000"/>
              <a:gd name="connsiteY11" fmla="*/ 1293889 h 1599109"/>
              <a:gd name="connsiteX12" fmla="*/ 1373073 w 12192000"/>
              <a:gd name="connsiteY12" fmla="*/ 1599066 h 159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1599109">
                <a:moveTo>
                  <a:pt x="1373073" y="1599066"/>
                </a:moveTo>
                <a:cubicBezTo>
                  <a:pt x="2786156" y="1591793"/>
                  <a:pt x="3395560" y="338997"/>
                  <a:pt x="4901233" y="313816"/>
                </a:cubicBezTo>
                <a:cubicBezTo>
                  <a:pt x="6312803" y="290208"/>
                  <a:pt x="7142906" y="993618"/>
                  <a:pt x="7629483" y="1209099"/>
                </a:cubicBezTo>
                <a:lnTo>
                  <a:pt x="7664573" y="1222798"/>
                </a:lnTo>
                <a:lnTo>
                  <a:pt x="7753536" y="1277391"/>
                </a:lnTo>
                <a:cubicBezTo>
                  <a:pt x="8110655" y="1460232"/>
                  <a:pt x="8562041" y="1585295"/>
                  <a:pt x="9091947" y="1582567"/>
                </a:cubicBezTo>
                <a:cubicBezTo>
                  <a:pt x="10328396" y="1576205"/>
                  <a:pt x="10949524" y="616237"/>
                  <a:pt x="12094171" y="359476"/>
                </a:cubicBezTo>
                <a:lnTo>
                  <a:pt x="12192000" y="342643"/>
                </a:lnTo>
                <a:lnTo>
                  <a:pt x="12192000" y="0"/>
                </a:lnTo>
                <a:lnTo>
                  <a:pt x="0" y="0"/>
                </a:lnTo>
                <a:lnTo>
                  <a:pt x="0" y="1274406"/>
                </a:lnTo>
                <a:lnTo>
                  <a:pt x="34662" y="1293889"/>
                </a:lnTo>
                <a:cubicBezTo>
                  <a:pt x="391780" y="1476730"/>
                  <a:pt x="843167" y="1601794"/>
                  <a:pt x="1373073" y="159906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69328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0F8AA9-2207-2D4C-C2E0-FEF14E2D9ACF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2597191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753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hart or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F769D-48D3-2655-40A4-674F657B74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A0756-78EA-68DD-4650-F40EF5F252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534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6">
            <a:extLst>
              <a:ext uri="{FF2B5EF4-FFF2-40B4-BE49-F238E27FC236}">
                <a16:creationId xmlns:a16="http://schemas.microsoft.com/office/drawing/2014/main" id="{77AD3460-2264-3A46-993B-9F2AACED0504}"/>
              </a:ext>
            </a:extLst>
          </p:cNvPr>
          <p:cNvSpPr/>
          <p:nvPr userDrawn="1"/>
        </p:nvSpPr>
        <p:spPr>
          <a:xfrm rot="10800000">
            <a:off x="5393054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BBBF3E9C-CCEA-98FA-7F69-55AF07558021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4F937A84-95EC-EB44-470A-C82AD8E99897}"/>
              </a:ext>
            </a:extLst>
          </p:cNvPr>
          <p:cNvSpPr/>
          <p:nvPr userDrawn="1"/>
        </p:nvSpPr>
        <p:spPr>
          <a:xfrm>
            <a:off x="-24334" y="0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3916598 w 12218982"/>
              <a:gd name="connsiteY10" fmla="*/ 272807 h 6860673"/>
              <a:gd name="connsiteX11" fmla="*/ 3863345 w 12218982"/>
              <a:gd name="connsiteY11" fmla="*/ 286233 h 6860673"/>
              <a:gd name="connsiteX12" fmla="*/ 3729781 w 12218982"/>
              <a:gd name="connsiteY12" fmla="*/ 323286 h 6860673"/>
              <a:gd name="connsiteX13" fmla="*/ 1717096 w 12218982"/>
              <a:gd name="connsiteY13" fmla="*/ 1451719 h 6860673"/>
              <a:gd name="connsiteX14" fmla="*/ 708597 w 12218982"/>
              <a:gd name="connsiteY14" fmla="*/ 2695590 h 6860673"/>
              <a:gd name="connsiteX15" fmla="*/ 486880 w 12218982"/>
              <a:gd name="connsiteY15" fmla="*/ 3274865 h 6860673"/>
              <a:gd name="connsiteX16" fmla="*/ 365997 w 12218982"/>
              <a:gd name="connsiteY16" fmla="*/ 3984708 h 6860673"/>
              <a:gd name="connsiteX17" fmla="*/ 341340 w 12218982"/>
              <a:gd name="connsiteY17" fmla="*/ 4301231 h 6860673"/>
              <a:gd name="connsiteX18" fmla="*/ 341340 w 12218982"/>
              <a:gd name="connsiteY18" fmla="*/ 5007890 h 6860673"/>
              <a:gd name="connsiteX19" fmla="*/ 343276 w 12218982"/>
              <a:gd name="connsiteY19" fmla="*/ 5047516 h 6860673"/>
              <a:gd name="connsiteX20" fmla="*/ 814636 w 12218982"/>
              <a:gd name="connsiteY20" fmla="*/ 6666819 h 6860673"/>
              <a:gd name="connsiteX21" fmla="*/ 915601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4862080" y="106647"/>
                  <a:pt x="4363654" y="168899"/>
                  <a:pt x="3916598" y="272807"/>
                </a:cubicBezTo>
                <a:lnTo>
                  <a:pt x="3863345" y="286233"/>
                </a:lnTo>
                <a:lnTo>
                  <a:pt x="3729781" y="323286"/>
                </a:lnTo>
                <a:cubicBezTo>
                  <a:pt x="3036967" y="532141"/>
                  <a:pt x="2352843" y="836886"/>
                  <a:pt x="1717096" y="1451719"/>
                </a:cubicBezTo>
                <a:cubicBezTo>
                  <a:pt x="1293264" y="1861607"/>
                  <a:pt x="966036" y="2282242"/>
                  <a:pt x="708597" y="2695590"/>
                </a:cubicBezTo>
                <a:cubicBezTo>
                  <a:pt x="593502" y="2938109"/>
                  <a:pt x="544310" y="3015870"/>
                  <a:pt x="486880" y="3274865"/>
                </a:cubicBezTo>
                <a:cubicBezTo>
                  <a:pt x="434927" y="3498394"/>
                  <a:pt x="385149" y="3635910"/>
                  <a:pt x="365997" y="3984708"/>
                </a:cubicBezTo>
                <a:lnTo>
                  <a:pt x="341340" y="4301231"/>
                </a:lnTo>
                <a:lnTo>
                  <a:pt x="341340" y="5007890"/>
                </a:lnTo>
                <a:cubicBezTo>
                  <a:pt x="341985" y="5021099"/>
                  <a:pt x="342631" y="5034307"/>
                  <a:pt x="343276" y="5047516"/>
                </a:cubicBezTo>
                <a:cubicBezTo>
                  <a:pt x="393784" y="5666740"/>
                  <a:pt x="577442" y="6188267"/>
                  <a:pt x="814636" y="6666819"/>
                </a:cubicBezTo>
                <a:lnTo>
                  <a:pt x="915601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25000"/>
                  <a:alpha val="60164"/>
                </a:schemeClr>
              </a:gs>
              <a:gs pos="77000">
                <a:schemeClr val="accent3">
                  <a:lumMod val="25000"/>
                  <a:alpha val="29492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A9BF091C-5F88-B50F-03BB-284950253993}"/>
              </a:ext>
            </a:extLst>
          </p:cNvPr>
          <p:cNvSpPr/>
          <p:nvPr userDrawn="1"/>
        </p:nvSpPr>
        <p:spPr>
          <a:xfrm flipV="1">
            <a:off x="204060" y="5377862"/>
            <a:ext cx="7471211" cy="1480138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tx2">
                  <a:alpha val="8123"/>
                </a:schemeClr>
              </a:gs>
              <a:gs pos="33000">
                <a:schemeClr val="accent6">
                  <a:alpha val="13919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id="{3FF8B459-35F5-072D-56FA-415EEABE6DC2}"/>
              </a:ext>
            </a:extLst>
          </p:cNvPr>
          <p:cNvSpPr/>
          <p:nvPr userDrawn="1"/>
        </p:nvSpPr>
        <p:spPr>
          <a:xfrm rot="10800000">
            <a:off x="-30287" y="4822578"/>
            <a:ext cx="12230888" cy="2040391"/>
          </a:xfrm>
          <a:custGeom>
            <a:avLst/>
            <a:gdLst>
              <a:gd name="connsiteX0" fmla="*/ 1751979 w 12230888"/>
              <a:gd name="connsiteY0" fmla="*/ 2040336 h 2040391"/>
              <a:gd name="connsiteX1" fmla="*/ 44227 w 12230888"/>
              <a:gd name="connsiteY1" fmla="*/ 1650944 h 2040391"/>
              <a:gd name="connsiteX2" fmla="*/ 0 w 12230888"/>
              <a:gd name="connsiteY2" fmla="*/ 1626084 h 2040391"/>
              <a:gd name="connsiteX3" fmla="*/ 0 w 12230888"/>
              <a:gd name="connsiteY3" fmla="*/ 0 h 2040391"/>
              <a:gd name="connsiteX4" fmla="*/ 12230888 w 12230888"/>
              <a:gd name="connsiteY4" fmla="*/ 0 h 2040391"/>
              <a:gd name="connsiteX5" fmla="*/ 12230888 w 12230888"/>
              <a:gd name="connsiteY5" fmla="*/ 1945571 h 2040391"/>
              <a:gd name="connsiteX6" fmla="*/ 12158569 w 12230888"/>
              <a:gd name="connsiteY6" fmla="*/ 1963333 h 2040391"/>
              <a:gd name="connsiteX7" fmla="*/ 11600914 w 12230888"/>
              <a:gd name="connsiteY7" fmla="*/ 2019284 h 2040391"/>
              <a:gd name="connsiteX8" fmla="*/ 9893162 w 12230888"/>
              <a:gd name="connsiteY8" fmla="*/ 1629893 h 2040391"/>
              <a:gd name="connsiteX9" fmla="*/ 9779649 w 12230888"/>
              <a:gd name="connsiteY9" fmla="*/ 1560235 h 2040391"/>
              <a:gd name="connsiteX10" fmla="*/ 9734876 w 12230888"/>
              <a:gd name="connsiteY10" fmla="*/ 1542756 h 2040391"/>
              <a:gd name="connsiteX11" fmla="*/ 6253752 w 12230888"/>
              <a:gd name="connsiteY11" fmla="*/ 400415 h 2040391"/>
              <a:gd name="connsiteX12" fmla="*/ 1751979 w 12230888"/>
              <a:gd name="connsiteY12" fmla="*/ 2040336 h 2040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230888" h="2040391">
                <a:moveTo>
                  <a:pt x="1751979" y="2040336"/>
                </a:moveTo>
                <a:cubicBezTo>
                  <a:pt x="1075843" y="2043817"/>
                  <a:pt x="499894" y="1884241"/>
                  <a:pt x="44227" y="1650944"/>
                </a:cubicBezTo>
                <a:lnTo>
                  <a:pt x="0" y="1626084"/>
                </a:lnTo>
                <a:lnTo>
                  <a:pt x="0" y="0"/>
                </a:lnTo>
                <a:lnTo>
                  <a:pt x="12230888" y="0"/>
                </a:lnTo>
                <a:lnTo>
                  <a:pt x="12230888" y="1945571"/>
                </a:lnTo>
                <a:lnTo>
                  <a:pt x="12158569" y="1963333"/>
                </a:lnTo>
                <a:cubicBezTo>
                  <a:pt x="11983060" y="1998243"/>
                  <a:pt x="11798121" y="2018269"/>
                  <a:pt x="11600914" y="2019284"/>
                </a:cubicBezTo>
                <a:cubicBezTo>
                  <a:pt x="10924778" y="2022765"/>
                  <a:pt x="10348830" y="1863190"/>
                  <a:pt x="9893162" y="1629893"/>
                </a:cubicBezTo>
                <a:lnTo>
                  <a:pt x="9779649" y="1560235"/>
                </a:lnTo>
                <a:lnTo>
                  <a:pt x="9734876" y="1542756"/>
                </a:lnTo>
                <a:cubicBezTo>
                  <a:pt x="9114026" y="1267812"/>
                  <a:pt x="8054852" y="370292"/>
                  <a:pt x="6253752" y="400415"/>
                </a:cubicBezTo>
                <a:cubicBezTo>
                  <a:pt x="4332581" y="432545"/>
                  <a:pt x="3555009" y="2031056"/>
                  <a:pt x="1751979" y="204033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23907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73867BC1-390E-647F-B33F-8622748E6530}"/>
              </a:ext>
            </a:extLst>
          </p:cNvPr>
          <p:cNvSpPr/>
          <p:nvPr userDrawn="1"/>
        </p:nvSpPr>
        <p:spPr>
          <a:xfrm>
            <a:off x="0" y="0"/>
            <a:ext cx="12192000" cy="2035422"/>
          </a:xfrm>
          <a:custGeom>
            <a:avLst/>
            <a:gdLst>
              <a:gd name="connsiteX0" fmla="*/ 0 w 12192000"/>
              <a:gd name="connsiteY0" fmla="*/ 0 h 2035422"/>
              <a:gd name="connsiteX1" fmla="*/ 12192000 w 12192000"/>
              <a:gd name="connsiteY1" fmla="*/ 0 h 2035422"/>
              <a:gd name="connsiteX2" fmla="*/ 12192000 w 12192000"/>
              <a:gd name="connsiteY2" fmla="*/ 1759689 h 2035422"/>
              <a:gd name="connsiteX3" fmla="*/ 12103306 w 12192000"/>
              <a:gd name="connsiteY3" fmla="*/ 1729773 h 2035422"/>
              <a:gd name="connsiteX4" fmla="*/ 11659615 w 12192000"/>
              <a:gd name="connsiteY4" fmla="*/ 1535038 h 2035422"/>
              <a:gd name="connsiteX5" fmla="*/ 11521247 w 12192000"/>
              <a:gd name="connsiteY5" fmla="*/ 1450127 h 2035422"/>
              <a:gd name="connsiteX6" fmla="*/ 11466670 w 12192000"/>
              <a:gd name="connsiteY6" fmla="*/ 1428821 h 2035422"/>
              <a:gd name="connsiteX7" fmla="*/ 7223297 w 12192000"/>
              <a:gd name="connsiteY7" fmla="*/ 36346 h 2035422"/>
              <a:gd name="connsiteX8" fmla="*/ 1735787 w 12192000"/>
              <a:gd name="connsiteY8" fmla="*/ 2035354 h 2035422"/>
              <a:gd name="connsiteX9" fmla="*/ 97785 w 12192000"/>
              <a:gd name="connsiteY9" fmla="*/ 1755433 h 2035422"/>
              <a:gd name="connsiteX10" fmla="*/ 0 w 12192000"/>
              <a:gd name="connsiteY10" fmla="*/ 1715854 h 2035422"/>
              <a:gd name="connsiteX11" fmla="*/ 0 w 12192000"/>
              <a:gd name="connsiteY11" fmla="*/ 0 h 2035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2035422">
                <a:moveTo>
                  <a:pt x="0" y="0"/>
                </a:moveTo>
                <a:lnTo>
                  <a:pt x="12192000" y="0"/>
                </a:lnTo>
                <a:lnTo>
                  <a:pt x="12192000" y="1759689"/>
                </a:lnTo>
                <a:lnTo>
                  <a:pt x="12103306" y="1729773"/>
                </a:lnTo>
                <a:cubicBezTo>
                  <a:pt x="11946501" y="1671612"/>
                  <a:pt x="11798476" y="1606133"/>
                  <a:pt x="11659615" y="1535038"/>
                </a:cubicBezTo>
                <a:lnTo>
                  <a:pt x="11521247" y="1450127"/>
                </a:lnTo>
                <a:lnTo>
                  <a:pt x="11466670" y="1428821"/>
                </a:lnTo>
                <a:cubicBezTo>
                  <a:pt x="10709874" y="1093673"/>
                  <a:pt x="9418777" y="-373"/>
                  <a:pt x="7223297" y="36346"/>
                </a:cubicBezTo>
                <a:cubicBezTo>
                  <a:pt x="4881454" y="75511"/>
                  <a:pt x="3933620" y="2024042"/>
                  <a:pt x="1735787" y="2035354"/>
                </a:cubicBezTo>
                <a:cubicBezTo>
                  <a:pt x="1117647" y="2038536"/>
                  <a:pt x="568201" y="1929916"/>
                  <a:pt x="97785" y="1755433"/>
                </a:cubicBezTo>
                <a:lnTo>
                  <a:pt x="0" y="171585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</a:schemeClr>
              </a:gs>
              <a:gs pos="99000">
                <a:schemeClr val="accent3">
                  <a:lumMod val="25000"/>
                </a:schemeClr>
              </a:gs>
              <a:gs pos="31000">
                <a:schemeClr val="accent6">
                  <a:alpha val="69328"/>
                </a:schemeClr>
              </a:gs>
              <a:gs pos="73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id="{FA6C5756-59FF-66C3-2611-3D7AB2049ABE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19">
            <a:extLst>
              <a:ext uri="{FF2B5EF4-FFF2-40B4-BE49-F238E27FC236}">
                <a16:creationId xmlns:a16="http://schemas.microsoft.com/office/drawing/2014/main" id="{EF6D3160-DA6D-8CDA-3A13-8A43EC05449D}"/>
              </a:ext>
            </a:extLst>
          </p:cNvPr>
          <p:cNvSpPr/>
          <p:nvPr userDrawn="1"/>
        </p:nvSpPr>
        <p:spPr>
          <a:xfrm>
            <a:off x="0" y="739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2752344"/>
            <a:ext cx="7763256" cy="160020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320" y="4233672"/>
            <a:ext cx="2843784" cy="448056"/>
          </a:xfrm>
        </p:spPr>
        <p:txBody>
          <a:bodyPr>
            <a:no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27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100A0D9B-ADC5-C41B-130F-1EA1EDE9F2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7260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695761 h 1856232"/>
              <a:gd name="connsiteX3" fmla="*/ 1933505 w 2093976"/>
              <a:gd name="connsiteY3" fmla="*/ 1856232 h 1856232"/>
              <a:gd name="connsiteX4" fmla="*/ 0 w 2093976"/>
              <a:gd name="connsiteY4" fmla="*/ 1856232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695761"/>
                </a:lnTo>
                <a:cubicBezTo>
                  <a:pt x="2093976" y="1784387"/>
                  <a:pt x="2022131" y="1856232"/>
                  <a:pt x="1933505" y="1856232"/>
                </a:cubicBezTo>
                <a:lnTo>
                  <a:pt x="0" y="1856232"/>
                </a:ln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06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9AF8AEFF-3F3B-8AFC-621B-F653E2F1B7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7339" y="2478024"/>
            <a:ext cx="2098157" cy="702770"/>
          </a:xfrm>
          <a:custGeom>
            <a:avLst/>
            <a:gdLst>
              <a:gd name="connsiteX0" fmla="*/ 169182 w 2098157"/>
              <a:gd name="connsiteY0" fmla="*/ 0 h 702770"/>
              <a:gd name="connsiteX1" fmla="*/ 2098157 w 2098157"/>
              <a:gd name="connsiteY1" fmla="*/ 0 h 702770"/>
              <a:gd name="connsiteX2" fmla="*/ 2098157 w 2098157"/>
              <a:gd name="connsiteY2" fmla="*/ 702770 h 702770"/>
              <a:gd name="connsiteX3" fmla="*/ 2097025 w 2098157"/>
              <a:gd name="connsiteY3" fmla="*/ 702770 h 702770"/>
              <a:gd name="connsiteX4" fmla="*/ 503974 w 2098157"/>
              <a:gd name="connsiteY4" fmla="*/ 702770 h 702770"/>
              <a:gd name="connsiteX5" fmla="*/ 0 w 2098157"/>
              <a:gd name="connsiteY5" fmla="*/ 702770 h 702770"/>
              <a:gd name="connsiteX6" fmla="*/ 0 w 2098157"/>
              <a:gd name="connsiteY6" fmla="*/ 202766 h 702770"/>
              <a:gd name="connsiteX7" fmla="*/ 136581 w 2098157"/>
              <a:gd name="connsiteY7" fmla="*/ 3900 h 70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70">
                <a:moveTo>
                  <a:pt x="169182" y="0"/>
                </a:moveTo>
                <a:lnTo>
                  <a:pt x="2098157" y="0"/>
                </a:lnTo>
                <a:lnTo>
                  <a:pt x="2098157" y="702770"/>
                </a:lnTo>
                <a:lnTo>
                  <a:pt x="2097025" y="702770"/>
                </a:lnTo>
                <a:lnTo>
                  <a:pt x="503974" y="702770"/>
                </a:lnTo>
                <a:lnTo>
                  <a:pt x="0" y="702770"/>
                </a:lnTo>
                <a:lnTo>
                  <a:pt x="0" y="202766"/>
                </a:lnTo>
                <a:cubicBezTo>
                  <a:pt x="0" y="104671"/>
                  <a:pt x="58634" y="22828"/>
                  <a:pt x="136581" y="3900"/>
                </a:cubicBezTo>
                <a:close/>
              </a:path>
            </a:pathLst>
          </a:cu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C0111168-089D-E125-6CBB-0B288CE8D5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856232 h 1856232"/>
              <a:gd name="connsiteX3" fmla="*/ 160471 w 2093976"/>
              <a:gd name="connsiteY3" fmla="*/ 1856232 h 1856232"/>
              <a:gd name="connsiteX4" fmla="*/ 0 w 2093976"/>
              <a:gd name="connsiteY4" fmla="*/ 1695761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856232"/>
                </a:lnTo>
                <a:lnTo>
                  <a:pt x="160471" y="1856232"/>
                </a:lnTo>
                <a:cubicBezTo>
                  <a:pt x="71845" y="1856232"/>
                  <a:pt x="0" y="1784387"/>
                  <a:pt x="0" y="1695761"/>
                </a:cubicBez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4932" y="2478024"/>
            <a:ext cx="2103120" cy="704088"/>
          </a:xfr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9179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7488" y="2478024"/>
            <a:ext cx="2103120" cy="704088"/>
          </a:xfr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5206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10044" y="2478024"/>
            <a:ext cx="2103120" cy="704088"/>
          </a:xfr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1233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76A5CBAC-0099-3E8F-E44D-7B999D7079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0" y="2478025"/>
            <a:ext cx="2098157" cy="702769"/>
          </a:xfrm>
          <a:custGeom>
            <a:avLst/>
            <a:gdLst>
              <a:gd name="connsiteX0" fmla="*/ 0 w 2098157"/>
              <a:gd name="connsiteY0" fmla="*/ 0 h 702769"/>
              <a:gd name="connsiteX1" fmla="*/ 1928984 w 2098157"/>
              <a:gd name="connsiteY1" fmla="*/ 0 h 702769"/>
              <a:gd name="connsiteX2" fmla="*/ 1961576 w 2098157"/>
              <a:gd name="connsiteY2" fmla="*/ 3899 h 702769"/>
              <a:gd name="connsiteX3" fmla="*/ 2098157 w 2098157"/>
              <a:gd name="connsiteY3" fmla="*/ 202765 h 702769"/>
              <a:gd name="connsiteX4" fmla="*/ 2098157 w 2098157"/>
              <a:gd name="connsiteY4" fmla="*/ 702769 h 702769"/>
              <a:gd name="connsiteX5" fmla="*/ 1594183 w 2098157"/>
              <a:gd name="connsiteY5" fmla="*/ 702769 h 702769"/>
              <a:gd name="connsiteX6" fmla="*/ 1132 w 2098157"/>
              <a:gd name="connsiteY6" fmla="*/ 702769 h 702769"/>
              <a:gd name="connsiteX7" fmla="*/ 0 w 2098157"/>
              <a:gd name="connsiteY7" fmla="*/ 702769 h 702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69">
                <a:moveTo>
                  <a:pt x="0" y="0"/>
                </a:moveTo>
                <a:lnTo>
                  <a:pt x="1928984" y="0"/>
                </a:lnTo>
                <a:lnTo>
                  <a:pt x="1961576" y="3899"/>
                </a:lnTo>
                <a:cubicBezTo>
                  <a:pt x="2039523" y="22827"/>
                  <a:pt x="2098157" y="104670"/>
                  <a:pt x="2098157" y="202765"/>
                </a:cubicBezTo>
                <a:lnTo>
                  <a:pt x="2098157" y="702769"/>
                </a:lnTo>
                <a:lnTo>
                  <a:pt x="1594183" y="702769"/>
                </a:lnTo>
                <a:lnTo>
                  <a:pt x="1132" y="702769"/>
                </a:lnTo>
                <a:lnTo>
                  <a:pt x="0" y="702769"/>
                </a:lnTo>
                <a:close/>
              </a:path>
            </a:pathLst>
          </a:cu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6900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2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52500-B558-F785-439F-12315F4331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A96B1-64D5-11B6-BD02-AD31F3172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883D99-31C6-D5A2-D86A-FC9440CEA769}"/>
              </a:ext>
            </a:extLst>
          </p:cNvPr>
          <p:cNvCxnSpPr>
            <a:cxnSpLocks/>
          </p:cNvCxnSpPr>
          <p:nvPr userDrawn="1"/>
        </p:nvCxnSpPr>
        <p:spPr>
          <a:xfrm>
            <a:off x="1944007" y="3324115"/>
            <a:ext cx="2170451" cy="0"/>
          </a:xfrm>
          <a:prstGeom prst="line">
            <a:avLst/>
          </a:prstGeom>
          <a:ln w="12700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AB5A6-6184-8A00-738A-9F575C1472CC}"/>
              </a:ext>
            </a:extLst>
          </p:cNvPr>
          <p:cNvCxnSpPr>
            <a:cxnSpLocks/>
          </p:cNvCxnSpPr>
          <p:nvPr userDrawn="1"/>
        </p:nvCxnSpPr>
        <p:spPr>
          <a:xfrm>
            <a:off x="4114458" y="3322646"/>
            <a:ext cx="2171700" cy="0"/>
          </a:xfrm>
          <a:prstGeom prst="line">
            <a:avLst/>
          </a:prstGeom>
          <a:ln w="12700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BFB726-8911-1D40-8CAD-0678A3988661}"/>
              </a:ext>
            </a:extLst>
          </p:cNvPr>
          <p:cNvCxnSpPr>
            <a:cxnSpLocks/>
          </p:cNvCxnSpPr>
          <p:nvPr userDrawn="1"/>
        </p:nvCxnSpPr>
        <p:spPr>
          <a:xfrm>
            <a:off x="6286158" y="3322646"/>
            <a:ext cx="2161515" cy="14408"/>
          </a:xfrm>
          <a:prstGeom prst="line">
            <a:avLst/>
          </a:prstGeom>
          <a:ln w="12700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06BA5D-5C40-149B-0AE7-118CF43109F3}"/>
              </a:ext>
            </a:extLst>
          </p:cNvPr>
          <p:cNvCxnSpPr>
            <a:cxnSpLocks/>
          </p:cNvCxnSpPr>
          <p:nvPr userDrawn="1"/>
        </p:nvCxnSpPr>
        <p:spPr>
          <a:xfrm>
            <a:off x="8447673" y="3333307"/>
            <a:ext cx="2189197" cy="0"/>
          </a:xfrm>
          <a:prstGeom prst="line">
            <a:avLst/>
          </a:prstGeom>
          <a:ln w="127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E1F9F84-FEDF-EE4B-151E-0BA753B313F2}"/>
              </a:ext>
            </a:extLst>
          </p:cNvPr>
          <p:cNvSpPr/>
          <p:nvPr userDrawn="1"/>
        </p:nvSpPr>
        <p:spPr>
          <a:xfrm>
            <a:off x="1349145" y="2715964"/>
            <a:ext cx="1218817" cy="12188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D1979A-4075-FDBC-DC21-B473A894753D}"/>
              </a:ext>
            </a:extLst>
          </p:cNvPr>
          <p:cNvSpPr/>
          <p:nvPr userDrawn="1"/>
        </p:nvSpPr>
        <p:spPr>
          <a:xfrm>
            <a:off x="3525168" y="2721004"/>
            <a:ext cx="1218817" cy="12188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253DC90-8B68-11F4-262C-EF788CC251ED}"/>
              </a:ext>
            </a:extLst>
          </p:cNvPr>
          <p:cNvSpPr/>
          <p:nvPr userDrawn="1"/>
        </p:nvSpPr>
        <p:spPr>
          <a:xfrm>
            <a:off x="5704017" y="2716977"/>
            <a:ext cx="1218817" cy="12188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EBAA34-A280-D694-891B-142A8D7FA33C}"/>
              </a:ext>
            </a:extLst>
          </p:cNvPr>
          <p:cNvSpPr/>
          <p:nvPr userDrawn="1"/>
        </p:nvSpPr>
        <p:spPr>
          <a:xfrm>
            <a:off x="7847695" y="2726015"/>
            <a:ext cx="1218817" cy="12188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C576C9-CAB6-8D5D-5976-B4CC1FB6B5C0}"/>
              </a:ext>
            </a:extLst>
          </p:cNvPr>
          <p:cNvSpPr/>
          <p:nvPr userDrawn="1"/>
        </p:nvSpPr>
        <p:spPr>
          <a:xfrm>
            <a:off x="10049319" y="2718520"/>
            <a:ext cx="1218817" cy="12188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B3AAAB5-1B7C-5567-E7F2-E97DCAFEA821}"/>
              </a:ext>
            </a:extLst>
          </p:cNvPr>
          <p:cNvSpPr/>
          <p:nvPr userDrawn="1"/>
        </p:nvSpPr>
        <p:spPr>
          <a:xfrm flipH="1">
            <a:off x="1418423" y="278651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6E861CF-DCF3-E6B9-1438-583DC69FFA06}"/>
              </a:ext>
            </a:extLst>
          </p:cNvPr>
          <p:cNvSpPr/>
          <p:nvPr userDrawn="1"/>
        </p:nvSpPr>
        <p:spPr>
          <a:xfrm flipH="1">
            <a:off x="3593035" y="279155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F4D24E5-CE49-C81C-1933-88384A77E742}"/>
              </a:ext>
            </a:extLst>
          </p:cNvPr>
          <p:cNvSpPr/>
          <p:nvPr userDrawn="1"/>
        </p:nvSpPr>
        <p:spPr>
          <a:xfrm flipH="1">
            <a:off x="5771884" y="2787528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F1CA68B-CB89-15A1-13F9-3DD65297D0BD}"/>
              </a:ext>
            </a:extLst>
          </p:cNvPr>
          <p:cNvSpPr/>
          <p:nvPr userDrawn="1"/>
        </p:nvSpPr>
        <p:spPr>
          <a:xfrm flipH="1">
            <a:off x="7915562" y="2796566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AD773FD-C1E4-FDB0-FDF1-0925375BE2A5}"/>
              </a:ext>
            </a:extLst>
          </p:cNvPr>
          <p:cNvSpPr/>
          <p:nvPr userDrawn="1"/>
        </p:nvSpPr>
        <p:spPr>
          <a:xfrm flipH="1">
            <a:off x="10129886" y="2789071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CA633AF-3209-BF0D-1450-6A91ACC853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807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F70EFB68-D184-8E31-A027-F291D78776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07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38728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38728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241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241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7298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7298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BC5472B4-CBBF-AC70-5BA8-A0661E663D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58400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3CEEBDA-7860-91AD-704A-7A540E1E58F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058400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F918527-798D-3B40-E0EA-38C0AEBA6D7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648147" y="3018954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9">
            <a:extLst>
              <a:ext uri="{FF2B5EF4-FFF2-40B4-BE49-F238E27FC236}">
                <a16:creationId xmlns:a16="http://schemas.microsoft.com/office/drawing/2014/main" id="{B0D40292-F2DF-0641-6B78-370AC5C5009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80511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9">
            <a:extLst>
              <a:ext uri="{FF2B5EF4-FFF2-40B4-BE49-F238E27FC236}">
                <a16:creationId xmlns:a16="http://schemas.microsoft.com/office/drawing/2014/main" id="{503DD6AB-C9B3-EBD7-080A-FB219B3812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95989" y="3026158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id="{E61A9741-3B1C-111D-B260-CF7E7F223F8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4620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id="{E49C1AE1-BC78-2CE3-D292-61496AC727D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47831" y="3017032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3B71C9DC-B9E5-6C34-B451-BA2224CCDD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350008" y="4279392"/>
            <a:ext cx="146304" cy="146304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596D87F-0114-685D-7F97-873DBA55794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17136" y="4279392"/>
            <a:ext cx="146304" cy="146304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D4E3F00-5755-F2EF-97C8-0FE775CAE04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02552" y="4279392"/>
            <a:ext cx="146304" cy="146304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29543A01-39BF-D362-26F8-BD1E7D0D3C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842248" y="4279392"/>
            <a:ext cx="146304" cy="146304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BB6B72CD-75B9-D90F-4767-2141AEF3B2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1055096" y="4279392"/>
            <a:ext cx="146304" cy="146304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0831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:a16="http://schemas.microsoft.com/office/drawing/2014/main" id="{89A27E14-C943-C294-334B-4D6A7500F3B5}"/>
              </a:ext>
            </a:extLst>
          </p:cNvPr>
          <p:cNvSpPr/>
          <p:nvPr userDrawn="1"/>
        </p:nvSpPr>
        <p:spPr>
          <a:xfrm rot="5400000">
            <a:off x="7383937" y="2039848"/>
            <a:ext cx="6858000" cy="2778304"/>
          </a:xfrm>
          <a:custGeom>
            <a:avLst/>
            <a:gdLst>
              <a:gd name="connsiteX0" fmla="*/ 0 w 6858000"/>
              <a:gd name="connsiteY0" fmla="*/ 1050199 h 2778304"/>
              <a:gd name="connsiteX1" fmla="*/ 0 w 6858000"/>
              <a:gd name="connsiteY1" fmla="*/ 0 h 2778304"/>
              <a:gd name="connsiteX2" fmla="*/ 6858000 w 6858000"/>
              <a:gd name="connsiteY2" fmla="*/ 0 h 2778304"/>
              <a:gd name="connsiteX3" fmla="*/ 6858000 w 6858000"/>
              <a:gd name="connsiteY3" fmla="*/ 1193215 h 2778304"/>
              <a:gd name="connsiteX4" fmla="*/ 6790588 w 6858000"/>
              <a:gd name="connsiteY4" fmla="*/ 1211701 h 2778304"/>
              <a:gd name="connsiteX5" fmla="*/ 3050431 w 6858000"/>
              <a:gd name="connsiteY5" fmla="*/ 2778245 h 2778304"/>
              <a:gd name="connsiteX6" fmla="*/ 37813 w 6858000"/>
              <a:gd name="connsiteY6" fmla="*/ 1183549 h 2778304"/>
              <a:gd name="connsiteX7" fmla="*/ 0 w 6858000"/>
              <a:gd name="connsiteY7" fmla="*/ 1050199 h 277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2778304">
                <a:moveTo>
                  <a:pt x="0" y="1050199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1193215"/>
                </a:lnTo>
                <a:lnTo>
                  <a:pt x="6790588" y="1211701"/>
                </a:lnTo>
                <a:cubicBezTo>
                  <a:pt x="5439260" y="1649845"/>
                  <a:pt x="4603740" y="2770251"/>
                  <a:pt x="3050431" y="2778245"/>
                </a:cubicBezTo>
                <a:cubicBezTo>
                  <a:pt x="1377637" y="2786855"/>
                  <a:pt x="283199" y="1854180"/>
                  <a:pt x="37813" y="1183549"/>
                </a:cubicBezTo>
                <a:lnTo>
                  <a:pt x="0" y="1050199"/>
                </a:lnTo>
                <a:close/>
              </a:path>
            </a:pathLst>
          </a:custGeom>
          <a:gradFill flip="none" rotWithShape="1">
            <a:gsLst>
              <a:gs pos="26000">
                <a:schemeClr val="accent3">
                  <a:lumMod val="25000"/>
                </a:schemeClr>
              </a:gs>
              <a:gs pos="73000">
                <a:schemeClr val="accent1">
                  <a:alpha val="33146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E5C5BCA-F960-4024-7215-2D2EFD0FEBF3}"/>
              </a:ext>
            </a:extLst>
          </p:cNvPr>
          <p:cNvSpPr/>
          <p:nvPr userDrawn="1"/>
        </p:nvSpPr>
        <p:spPr>
          <a:xfrm rot="16200000" flipV="1">
            <a:off x="7907199" y="2573198"/>
            <a:ext cx="6858000" cy="1711602"/>
          </a:xfrm>
          <a:custGeom>
            <a:avLst/>
            <a:gdLst>
              <a:gd name="connsiteX0" fmla="*/ 6858000 w 6858000"/>
              <a:gd name="connsiteY0" fmla="*/ 1010661 h 1711602"/>
              <a:gd name="connsiteX1" fmla="*/ 6858000 w 6858000"/>
              <a:gd name="connsiteY1" fmla="*/ 0 h 1711602"/>
              <a:gd name="connsiteX2" fmla="*/ 0 w 6858000"/>
              <a:gd name="connsiteY2" fmla="*/ 0 h 1711602"/>
              <a:gd name="connsiteX3" fmla="*/ 0 w 6858000"/>
              <a:gd name="connsiteY3" fmla="*/ 983884 h 1711602"/>
              <a:gd name="connsiteX4" fmla="*/ 11078 w 6858000"/>
              <a:gd name="connsiteY4" fmla="*/ 997657 h 1711602"/>
              <a:gd name="connsiteX5" fmla="*/ 1866819 w 6858000"/>
              <a:gd name="connsiteY5" fmla="*/ 1711565 h 1711602"/>
              <a:gd name="connsiteX6" fmla="*/ 5098965 w 6858000"/>
              <a:gd name="connsiteY6" fmla="*/ 622006 h 1711602"/>
              <a:gd name="connsiteX7" fmla="*/ 6746500 w 6858000"/>
              <a:gd name="connsiteY7" fmla="*/ 959665 h 1711602"/>
              <a:gd name="connsiteX8" fmla="*/ 6858000 w 6858000"/>
              <a:gd name="connsiteY8" fmla="*/ 1010661 h 171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1711602">
                <a:moveTo>
                  <a:pt x="6858000" y="1010661"/>
                </a:moveTo>
                <a:lnTo>
                  <a:pt x="6858000" y="0"/>
                </a:lnTo>
                <a:lnTo>
                  <a:pt x="0" y="0"/>
                </a:lnTo>
                <a:lnTo>
                  <a:pt x="0" y="983884"/>
                </a:lnTo>
                <a:lnTo>
                  <a:pt x="11078" y="997657"/>
                </a:lnTo>
                <a:cubicBezTo>
                  <a:pt x="328616" y="1355920"/>
                  <a:pt x="976833" y="1715803"/>
                  <a:pt x="1866819" y="1711565"/>
                </a:cubicBezTo>
                <a:cubicBezTo>
                  <a:pt x="3161344" y="1705400"/>
                  <a:pt x="3719617" y="643352"/>
                  <a:pt x="5098965" y="622006"/>
                </a:cubicBezTo>
                <a:cubicBezTo>
                  <a:pt x="5788640" y="611332"/>
                  <a:pt x="6326795" y="775968"/>
                  <a:pt x="6746500" y="959665"/>
                </a:cubicBezTo>
                <a:lnTo>
                  <a:pt x="6858000" y="1010661"/>
                </a:lnTo>
                <a:close/>
              </a:path>
            </a:pathLst>
          </a:custGeom>
          <a:gradFill>
            <a:gsLst>
              <a:gs pos="79000">
                <a:schemeClr val="accent4">
                  <a:lumMod val="75000"/>
                  <a:alpha val="79763"/>
                </a:schemeClr>
              </a:gs>
              <a:gs pos="37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6F62D03F-D065-13FE-5D30-58C2523BD14D}"/>
              </a:ext>
            </a:extLst>
          </p:cNvPr>
          <p:cNvSpPr/>
          <p:nvPr userDrawn="1"/>
        </p:nvSpPr>
        <p:spPr>
          <a:xfrm rot="5400000">
            <a:off x="7877130" y="2543131"/>
            <a:ext cx="6858001" cy="1771739"/>
          </a:xfrm>
          <a:custGeom>
            <a:avLst/>
            <a:gdLst>
              <a:gd name="connsiteX0" fmla="*/ 0 w 6858001"/>
              <a:gd name="connsiteY0" fmla="*/ 1273784 h 1771739"/>
              <a:gd name="connsiteX1" fmla="*/ 0 w 6858001"/>
              <a:gd name="connsiteY1" fmla="*/ 0 h 1771739"/>
              <a:gd name="connsiteX2" fmla="*/ 6858001 w 6858001"/>
              <a:gd name="connsiteY2" fmla="*/ 0 h 1771739"/>
              <a:gd name="connsiteX3" fmla="*/ 6858001 w 6858001"/>
              <a:gd name="connsiteY3" fmla="*/ 34923 h 1771739"/>
              <a:gd name="connsiteX4" fmla="*/ 6735259 w 6858001"/>
              <a:gd name="connsiteY4" fmla="*/ 32862 h 1771739"/>
              <a:gd name="connsiteX5" fmla="*/ 1961998 w 6858001"/>
              <a:gd name="connsiteY5" fmla="*/ 1771680 h 1771739"/>
              <a:gd name="connsiteX6" fmla="*/ 151257 w 6858001"/>
              <a:gd name="connsiteY6" fmla="*/ 1358806 h 1771739"/>
              <a:gd name="connsiteX7" fmla="*/ 0 w 6858001"/>
              <a:gd name="connsiteY7" fmla="*/ 1273784 h 177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1" h="1771739">
                <a:moveTo>
                  <a:pt x="0" y="1273784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34923"/>
                </a:lnTo>
                <a:lnTo>
                  <a:pt x="6735259" y="32862"/>
                </a:lnTo>
                <a:cubicBezTo>
                  <a:pt x="4698226" y="66929"/>
                  <a:pt x="3873763" y="1761840"/>
                  <a:pt x="1961998" y="1771680"/>
                </a:cubicBezTo>
                <a:cubicBezTo>
                  <a:pt x="1245087" y="1775370"/>
                  <a:pt x="634403" y="1606171"/>
                  <a:pt x="151257" y="1358806"/>
                </a:cubicBezTo>
                <a:lnTo>
                  <a:pt x="0" y="1273784"/>
                </a:lnTo>
                <a:close/>
              </a:path>
            </a:pathLst>
          </a:custGeom>
          <a:gradFill>
            <a:gsLst>
              <a:gs pos="32000">
                <a:schemeClr val="tx2">
                  <a:alpha val="48229"/>
                </a:schemeClr>
              </a:gs>
              <a:gs pos="100000">
                <a:schemeClr val="accent6">
                  <a:alpha val="4858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41264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41264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4226C42-B02E-1D4B-77B4-BF0257C6041E}"/>
              </a:ext>
            </a:extLst>
          </p:cNvPr>
          <p:cNvSpPr/>
          <p:nvPr userDrawn="1"/>
        </p:nvSpPr>
        <p:spPr>
          <a:xfrm>
            <a:off x="19485" y="0"/>
            <a:ext cx="6721146" cy="6858000"/>
          </a:xfrm>
          <a:custGeom>
            <a:avLst/>
            <a:gdLst>
              <a:gd name="connsiteX0" fmla="*/ 0 w 6721146"/>
              <a:gd name="connsiteY0" fmla="*/ 0 h 6858000"/>
              <a:gd name="connsiteX1" fmla="*/ 399503 w 6721146"/>
              <a:gd name="connsiteY1" fmla="*/ 0 h 6858000"/>
              <a:gd name="connsiteX2" fmla="*/ 395119 w 6721146"/>
              <a:gd name="connsiteY2" fmla="*/ 19864 h 6858000"/>
              <a:gd name="connsiteX3" fmla="*/ 244176 w 6721146"/>
              <a:gd name="connsiteY3" fmla="*/ 529296 h 6858000"/>
              <a:gd name="connsiteX4" fmla="*/ 993095 w 6721146"/>
              <a:gd name="connsiteY4" fmla="*/ 5197987 h 6858000"/>
              <a:gd name="connsiteX5" fmla="*/ 4989455 w 6721146"/>
              <a:gd name="connsiteY5" fmla="*/ 6468602 h 6858000"/>
              <a:gd name="connsiteX6" fmla="*/ 6648701 w 6721146"/>
              <a:gd name="connsiteY6" fmla="*/ 6787937 h 6858000"/>
              <a:gd name="connsiteX7" fmla="*/ 6721146 w 6721146"/>
              <a:gd name="connsiteY7" fmla="*/ 6858000 h 6858000"/>
              <a:gd name="connsiteX8" fmla="*/ 0 w 6721146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21146" h="6858000">
                <a:moveTo>
                  <a:pt x="0" y="0"/>
                </a:moveTo>
                <a:lnTo>
                  <a:pt x="399503" y="0"/>
                </a:lnTo>
                <a:lnTo>
                  <a:pt x="395119" y="19864"/>
                </a:lnTo>
                <a:cubicBezTo>
                  <a:pt x="355531" y="180505"/>
                  <a:pt x="305509" y="350292"/>
                  <a:pt x="244176" y="529296"/>
                </a:cubicBezTo>
                <a:cubicBezTo>
                  <a:pt x="-223599" y="2697668"/>
                  <a:pt x="276778" y="4254046"/>
                  <a:pt x="993095" y="5197987"/>
                </a:cubicBezTo>
                <a:cubicBezTo>
                  <a:pt x="1709415" y="6141924"/>
                  <a:pt x="3704883" y="6653220"/>
                  <a:pt x="4989455" y="6468602"/>
                </a:cubicBezTo>
                <a:cubicBezTo>
                  <a:pt x="5774573" y="6353740"/>
                  <a:pt x="6315041" y="6502080"/>
                  <a:pt x="6648701" y="6787937"/>
                </a:cubicBezTo>
                <a:lnTo>
                  <a:pt x="6721146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73000">
                <a:schemeClr val="accent3">
                  <a:lumMod val="25000"/>
                </a:schemeClr>
              </a:gs>
              <a:gs pos="0">
                <a:schemeClr val="accent1">
                  <a:alpha val="2964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60C6EA0-9137-97A8-7C78-0FCD8675F1B0}"/>
              </a:ext>
            </a:extLst>
          </p:cNvPr>
          <p:cNvSpPr/>
          <p:nvPr userDrawn="1"/>
        </p:nvSpPr>
        <p:spPr>
          <a:xfrm>
            <a:off x="8497" y="7662"/>
            <a:ext cx="4591137" cy="3588767"/>
          </a:xfrm>
          <a:custGeom>
            <a:avLst/>
            <a:gdLst>
              <a:gd name="connsiteX0" fmla="*/ 0 w 4591137"/>
              <a:gd name="connsiteY0" fmla="*/ 0 h 3588767"/>
              <a:gd name="connsiteX1" fmla="*/ 4591137 w 4591137"/>
              <a:gd name="connsiteY1" fmla="*/ 0 h 3588767"/>
              <a:gd name="connsiteX2" fmla="*/ 4458037 w 4591137"/>
              <a:gd name="connsiteY2" fmla="*/ 139038 h 3588767"/>
              <a:gd name="connsiteX3" fmla="*/ 3406398 w 4591137"/>
              <a:gd name="connsiteY3" fmla="*/ 1512312 h 3588767"/>
              <a:gd name="connsiteX4" fmla="*/ 202105 w 4591137"/>
              <a:gd name="connsiteY4" fmla="*/ 3554432 h 3588767"/>
              <a:gd name="connsiteX5" fmla="*/ 0 w 4591137"/>
              <a:gd name="connsiteY5" fmla="*/ 3506319 h 3588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1137" h="3588767">
                <a:moveTo>
                  <a:pt x="0" y="0"/>
                </a:moveTo>
                <a:lnTo>
                  <a:pt x="4591137" y="0"/>
                </a:lnTo>
                <a:lnTo>
                  <a:pt x="4458037" y="139038"/>
                </a:lnTo>
                <a:cubicBezTo>
                  <a:pt x="4038035" y="589101"/>
                  <a:pt x="3677988" y="1055885"/>
                  <a:pt x="3406398" y="1512312"/>
                </a:cubicBezTo>
                <a:cubicBezTo>
                  <a:pt x="2398561" y="3215836"/>
                  <a:pt x="1221089" y="3736280"/>
                  <a:pt x="202105" y="3554432"/>
                </a:cubicBezTo>
                <a:lnTo>
                  <a:pt x="0" y="3506319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  <a:alpha val="55687"/>
                </a:schemeClr>
              </a:gs>
              <a:gs pos="99000">
                <a:schemeClr val="accent1">
                  <a:lumMod val="60000"/>
                  <a:lumOff val="40000"/>
                  <a:alpha val="20003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24">
            <a:extLst>
              <a:ext uri="{FF2B5EF4-FFF2-40B4-BE49-F238E27FC236}">
                <a16:creationId xmlns:a16="http://schemas.microsoft.com/office/drawing/2014/main" id="{2698A246-2716-9361-4EDE-2498058A4C3A}"/>
              </a:ext>
            </a:extLst>
          </p:cNvPr>
          <p:cNvSpPr/>
          <p:nvPr userDrawn="1"/>
        </p:nvSpPr>
        <p:spPr>
          <a:xfrm>
            <a:off x="0" y="0"/>
            <a:ext cx="1893320" cy="2085274"/>
          </a:xfrm>
          <a:custGeom>
            <a:avLst/>
            <a:gdLst>
              <a:gd name="connsiteX0" fmla="*/ 0 w 1893320"/>
              <a:gd name="connsiteY0" fmla="*/ 0 h 2085274"/>
              <a:gd name="connsiteX1" fmla="*/ 1893320 w 1893320"/>
              <a:gd name="connsiteY1" fmla="*/ 0 h 2085274"/>
              <a:gd name="connsiteX2" fmla="*/ 1836420 w 1893320"/>
              <a:gd name="connsiteY2" fmla="*/ 89992 h 2085274"/>
              <a:gd name="connsiteX3" fmla="*/ 1471130 w 1893320"/>
              <a:gd name="connsiteY3" fmla="*/ 883842 h 2085274"/>
              <a:gd name="connsiteX4" fmla="*/ 90049 w 1893320"/>
              <a:gd name="connsiteY4" fmla="*/ 2071651 h 2085274"/>
              <a:gd name="connsiteX5" fmla="*/ 0 w 1893320"/>
              <a:gd name="connsiteY5" fmla="*/ 2052168 h 2085274"/>
              <a:gd name="connsiteX6" fmla="*/ 0 w 1893320"/>
              <a:gd name="connsiteY6" fmla="*/ 0 h 2085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3320" h="2085274">
                <a:moveTo>
                  <a:pt x="0" y="0"/>
                </a:moveTo>
                <a:lnTo>
                  <a:pt x="1893320" y="0"/>
                </a:lnTo>
                <a:lnTo>
                  <a:pt x="1836420" y="89992"/>
                </a:lnTo>
                <a:cubicBezTo>
                  <a:pt x="1676137" y="357859"/>
                  <a:pt x="1549717" y="629674"/>
                  <a:pt x="1471130" y="883842"/>
                </a:cubicBezTo>
                <a:cubicBezTo>
                  <a:pt x="1174602" y="1851540"/>
                  <a:pt x="614067" y="2156914"/>
                  <a:pt x="90049" y="2071651"/>
                </a:cubicBezTo>
                <a:lnTo>
                  <a:pt x="0" y="20521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50000"/>
              <a:alpha val="1074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9A7DD52-C2B0-2B91-92C0-905899BB578D}"/>
              </a:ext>
            </a:extLst>
          </p:cNvPr>
          <p:cNvSpPr/>
          <p:nvPr userDrawn="1"/>
        </p:nvSpPr>
        <p:spPr>
          <a:xfrm>
            <a:off x="2" y="5262792"/>
            <a:ext cx="2809260" cy="1595208"/>
          </a:xfrm>
          <a:custGeom>
            <a:avLst/>
            <a:gdLst>
              <a:gd name="connsiteX0" fmla="*/ 0 w 2809260"/>
              <a:gd name="connsiteY0" fmla="*/ 0 h 1595208"/>
              <a:gd name="connsiteX1" fmla="*/ 101140 w 2809260"/>
              <a:gd name="connsiteY1" fmla="*/ 117015 h 1595208"/>
              <a:gd name="connsiteX2" fmla="*/ 2208849 w 2809260"/>
              <a:gd name="connsiteY2" fmla="*/ 1381471 h 1595208"/>
              <a:gd name="connsiteX3" fmla="*/ 2746965 w 2809260"/>
              <a:gd name="connsiteY3" fmla="*/ 1562268 h 1595208"/>
              <a:gd name="connsiteX4" fmla="*/ 2809260 w 2809260"/>
              <a:gd name="connsiteY4" fmla="*/ 1595208 h 1595208"/>
              <a:gd name="connsiteX5" fmla="*/ 0 w 2809260"/>
              <a:gd name="connsiteY5" fmla="*/ 1595207 h 1595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09260" h="1595208">
                <a:moveTo>
                  <a:pt x="0" y="0"/>
                </a:moveTo>
                <a:lnTo>
                  <a:pt x="101140" y="117015"/>
                </a:lnTo>
                <a:cubicBezTo>
                  <a:pt x="653434" y="714877"/>
                  <a:pt x="1509442" y="1220329"/>
                  <a:pt x="2208849" y="1381471"/>
                </a:cubicBezTo>
                <a:cubicBezTo>
                  <a:pt x="2416303" y="1428716"/>
                  <a:pt x="2594874" y="1490011"/>
                  <a:pt x="2746965" y="1562268"/>
                </a:cubicBezTo>
                <a:lnTo>
                  <a:pt x="2809260" y="1595208"/>
                </a:lnTo>
                <a:lnTo>
                  <a:pt x="0" y="1595207"/>
                </a:lnTo>
                <a:close/>
              </a:path>
            </a:pathLst>
          </a:custGeom>
          <a:gradFill flip="none" rotWithShape="1">
            <a:gsLst>
              <a:gs pos="98000">
                <a:schemeClr val="accent5">
                  <a:lumMod val="50000"/>
                  <a:alpha val="67000"/>
                </a:schemeClr>
              </a:gs>
              <a:gs pos="0">
                <a:schemeClr val="accent6">
                  <a:alpha val="4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29">
            <a:extLst>
              <a:ext uri="{FF2B5EF4-FFF2-40B4-BE49-F238E27FC236}">
                <a16:creationId xmlns:a16="http://schemas.microsoft.com/office/drawing/2014/main" id="{73541AB3-4000-4259-4112-06DA0F0728A5}"/>
              </a:ext>
            </a:extLst>
          </p:cNvPr>
          <p:cNvSpPr/>
          <p:nvPr userDrawn="1"/>
        </p:nvSpPr>
        <p:spPr>
          <a:xfrm>
            <a:off x="10193397" y="2730129"/>
            <a:ext cx="1979119" cy="4127871"/>
          </a:xfrm>
          <a:custGeom>
            <a:avLst/>
            <a:gdLst>
              <a:gd name="connsiteX0" fmla="*/ 1979119 w 1979119"/>
              <a:gd name="connsiteY0" fmla="*/ 0 h 4127871"/>
              <a:gd name="connsiteX1" fmla="*/ 1979119 w 1979119"/>
              <a:gd name="connsiteY1" fmla="*/ 4127871 h 4127871"/>
              <a:gd name="connsiteX2" fmla="*/ 0 w 1979119"/>
              <a:gd name="connsiteY2" fmla="*/ 4127871 h 4127871"/>
              <a:gd name="connsiteX3" fmla="*/ 113381 w 1979119"/>
              <a:gd name="connsiteY3" fmla="*/ 3939685 h 4127871"/>
              <a:gd name="connsiteX4" fmla="*/ 893390 w 1979119"/>
              <a:gd name="connsiteY4" fmla="*/ 1926136 h 4127871"/>
              <a:gd name="connsiteX5" fmla="*/ 1827429 w 1979119"/>
              <a:gd name="connsiteY5" fmla="*/ 103152 h 4127871"/>
              <a:gd name="connsiteX6" fmla="*/ 1979119 w 1979119"/>
              <a:gd name="connsiteY6" fmla="*/ 0 h 4127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9119" h="4127871">
                <a:moveTo>
                  <a:pt x="1979119" y="0"/>
                </a:moveTo>
                <a:lnTo>
                  <a:pt x="1979119" y="4127871"/>
                </a:lnTo>
                <a:lnTo>
                  <a:pt x="0" y="4127871"/>
                </a:lnTo>
                <a:lnTo>
                  <a:pt x="113381" y="3939685"/>
                </a:lnTo>
                <a:cubicBezTo>
                  <a:pt x="496433" y="3268400"/>
                  <a:pt x="776925" y="2555572"/>
                  <a:pt x="893390" y="1926136"/>
                </a:cubicBezTo>
                <a:cubicBezTo>
                  <a:pt x="1059875" y="1013485"/>
                  <a:pt x="1404160" y="429246"/>
                  <a:pt x="1827429" y="103152"/>
                </a:cubicBezTo>
                <a:lnTo>
                  <a:pt x="1979119" y="0"/>
                </a:lnTo>
                <a:close/>
              </a:path>
            </a:pathLst>
          </a:custGeom>
          <a:gradFill>
            <a:gsLst>
              <a:gs pos="83000">
                <a:schemeClr val="accent5">
                  <a:lumMod val="58000"/>
                  <a:alpha val="35019"/>
                </a:schemeClr>
              </a:gs>
              <a:gs pos="0">
                <a:schemeClr val="accent6">
                  <a:lumMod val="89923"/>
                  <a:lumOff val="10077"/>
                  <a:alpha val="3555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4880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4880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C963910-7C6F-7474-84FF-C53D235027B8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43CEC7BC-C46D-D3AD-22D8-8737322B7E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73568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658FA801-D400-D7FB-6241-4A41BBAAA0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73568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39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740CAD-6CDA-9014-8875-BCECEECE0522}"/>
              </a:ext>
            </a:extLst>
          </p:cNvPr>
          <p:cNvSpPr/>
          <p:nvPr userDrawn="1"/>
        </p:nvSpPr>
        <p:spPr>
          <a:xfrm flipH="1">
            <a:off x="379101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E536D1-EF07-9062-CA32-986876ED933F}"/>
              </a:ext>
            </a:extLst>
          </p:cNvPr>
          <p:cNvSpPr/>
          <p:nvPr userDrawn="1"/>
        </p:nvSpPr>
        <p:spPr>
          <a:xfrm flipH="1">
            <a:off x="892976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09D35C-DD66-8B6A-98FE-003262BBE72D}"/>
              </a:ext>
            </a:extLst>
          </p:cNvPr>
          <p:cNvSpPr/>
          <p:nvPr userDrawn="1"/>
        </p:nvSpPr>
        <p:spPr>
          <a:xfrm flipH="1">
            <a:off x="6342947" y="2349814"/>
            <a:ext cx="2058045" cy="205804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E263D2-96A8-9EB3-2175-1DB2FD5CB609}"/>
              </a:ext>
            </a:extLst>
          </p:cNvPr>
          <p:cNvSpPr/>
          <p:nvPr userDrawn="1"/>
        </p:nvSpPr>
        <p:spPr>
          <a:xfrm flipH="1">
            <a:off x="1247942" y="2349814"/>
            <a:ext cx="2058045" cy="205804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2524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524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2712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2712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24349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24349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99285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94678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9871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8553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201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3CF1AC86-4E83-EED8-9FB5-635710111D45}"/>
              </a:ext>
            </a:extLst>
          </p:cNvPr>
          <p:cNvSpPr/>
          <p:nvPr userDrawn="1"/>
        </p:nvSpPr>
        <p:spPr>
          <a:xfrm flipH="1">
            <a:off x="1704107" y="405552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3E890B-5D84-F4A6-E963-051A1C52577D}"/>
              </a:ext>
            </a:extLst>
          </p:cNvPr>
          <p:cNvSpPr/>
          <p:nvPr userDrawn="1"/>
        </p:nvSpPr>
        <p:spPr>
          <a:xfrm flipH="1">
            <a:off x="4228381" y="1853643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A321B0B-6EF1-E460-8E13-3BBE774FA148}"/>
              </a:ext>
            </a:extLst>
          </p:cNvPr>
          <p:cNvSpPr/>
          <p:nvPr userDrawn="1"/>
        </p:nvSpPr>
        <p:spPr>
          <a:xfrm flipH="1">
            <a:off x="6752655" y="4055275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8AB146-30D1-CD59-5D88-5097CF8561D1}"/>
              </a:ext>
            </a:extLst>
          </p:cNvPr>
          <p:cNvSpPr/>
          <p:nvPr userDrawn="1"/>
        </p:nvSpPr>
        <p:spPr>
          <a:xfrm flipH="1">
            <a:off x="9280950" y="4066155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FE52614-CC2D-3550-FDBA-9D7D76ED0F72}"/>
              </a:ext>
            </a:extLst>
          </p:cNvPr>
          <p:cNvSpPr/>
          <p:nvPr userDrawn="1"/>
        </p:nvSpPr>
        <p:spPr>
          <a:xfrm flipH="1">
            <a:off x="4228381" y="4056366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19BEA3C-B965-CC70-315C-7C531CD7AA4A}"/>
              </a:ext>
            </a:extLst>
          </p:cNvPr>
          <p:cNvSpPr/>
          <p:nvPr userDrawn="1"/>
        </p:nvSpPr>
        <p:spPr>
          <a:xfrm flipH="1">
            <a:off x="9276929" y="186186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BCCE6E9-C40E-A684-457C-F08C974BD59F}"/>
              </a:ext>
            </a:extLst>
          </p:cNvPr>
          <p:cNvSpPr/>
          <p:nvPr userDrawn="1"/>
        </p:nvSpPr>
        <p:spPr>
          <a:xfrm flipH="1">
            <a:off x="6752655" y="1855810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9B5F0D0-ABA3-5B0F-77C9-C5B64A613F84}"/>
              </a:ext>
            </a:extLst>
          </p:cNvPr>
          <p:cNvSpPr/>
          <p:nvPr userDrawn="1"/>
        </p:nvSpPr>
        <p:spPr>
          <a:xfrm flipH="1">
            <a:off x="1692043" y="1846020"/>
            <a:ext cx="1231495" cy="123149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338328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76854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76854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01128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1128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5402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25402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49676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49676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782010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18348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42622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66896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20">
            <a:extLst>
              <a:ext uri="{FF2B5EF4-FFF2-40B4-BE49-F238E27FC236}">
                <a16:creationId xmlns:a16="http://schemas.microsoft.com/office/drawing/2014/main" id="{BA9EB14D-8336-06B5-51E3-FBCAF00F1F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794074" y="4145489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0">
            <a:extLst>
              <a:ext uri="{FF2B5EF4-FFF2-40B4-BE49-F238E27FC236}">
                <a16:creationId xmlns:a16="http://schemas.microsoft.com/office/drawing/2014/main" id="{A1E65D12-1094-78B5-B37A-A03576991D1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18348" y="4146333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0">
            <a:extLst>
              <a:ext uri="{FF2B5EF4-FFF2-40B4-BE49-F238E27FC236}">
                <a16:creationId xmlns:a16="http://schemas.microsoft.com/office/drawing/2014/main" id="{6ABE5CEC-34A4-CD5D-FA0D-D675A87984F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42622" y="414524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0">
            <a:extLst>
              <a:ext uri="{FF2B5EF4-FFF2-40B4-BE49-F238E27FC236}">
                <a16:creationId xmlns:a16="http://schemas.microsoft.com/office/drawing/2014/main" id="{5DA945B5-3444-7CAC-AA4A-55B04D03982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70917" y="415612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CB0DA5B5-9C84-7B23-EE8E-CEA555CD808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76854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99C62621-0080-5CDD-E5DD-2FCF2D548CE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176854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B69DDE47-632B-987E-545E-BAB200D374E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01128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165DCBF-4EFD-7181-68BA-1625AC1C0D5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701128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C7ECA2F-9EC3-26BD-B424-ECE80473DF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25402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C9535F99-6134-8D03-FFEE-D1B3E007F2C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25402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163BD863-99E7-C7C4-4762-8C168574E9A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49676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63678AE5-B810-D5BE-40B5-888AF447315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49676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45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F4F2FF2-B2D0-EAB9-0059-1E59CFF27936}"/>
              </a:ext>
            </a:extLst>
          </p:cNvPr>
          <p:cNvSpPr/>
          <p:nvPr userDrawn="1"/>
        </p:nvSpPr>
        <p:spPr>
          <a:xfrm>
            <a:off x="0" y="3079989"/>
            <a:ext cx="4744043" cy="3778013"/>
          </a:xfrm>
          <a:custGeom>
            <a:avLst/>
            <a:gdLst>
              <a:gd name="connsiteX0" fmla="*/ 552680 w 4744043"/>
              <a:gd name="connsiteY0" fmla="*/ 2 h 3778013"/>
              <a:gd name="connsiteX1" fmla="*/ 3368067 w 4744043"/>
              <a:gd name="connsiteY1" fmla="*/ 2076456 h 3778013"/>
              <a:gd name="connsiteX2" fmla="*/ 4603294 w 4744043"/>
              <a:gd name="connsiteY2" fmla="*/ 3641510 h 3778013"/>
              <a:gd name="connsiteX3" fmla="*/ 4744043 w 4744043"/>
              <a:gd name="connsiteY3" fmla="*/ 3778013 h 3778013"/>
              <a:gd name="connsiteX4" fmla="*/ 0 w 4744043"/>
              <a:gd name="connsiteY4" fmla="*/ 3778013 h 3778013"/>
              <a:gd name="connsiteX5" fmla="*/ 0 w 4744043"/>
              <a:gd name="connsiteY5" fmla="*/ 73323 h 3778013"/>
              <a:gd name="connsiteX6" fmla="*/ 163773 w 4744043"/>
              <a:gd name="connsiteY6" fmla="*/ 34335 h 3778013"/>
              <a:gd name="connsiteX7" fmla="*/ 552680 w 4744043"/>
              <a:gd name="connsiteY7" fmla="*/ 2 h 3778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44043" h="3778013">
                <a:moveTo>
                  <a:pt x="552680" y="2"/>
                </a:moveTo>
                <a:cubicBezTo>
                  <a:pt x="1474475" y="1086"/>
                  <a:pt x="2486209" y="585872"/>
                  <a:pt x="3368067" y="2076456"/>
                </a:cubicBezTo>
                <a:cubicBezTo>
                  <a:pt x="3678455" y="2598086"/>
                  <a:pt x="4104379" y="3133243"/>
                  <a:pt x="4603294" y="3641510"/>
                </a:cubicBezTo>
                <a:lnTo>
                  <a:pt x="4744043" y="3778013"/>
                </a:lnTo>
                <a:lnTo>
                  <a:pt x="0" y="3778013"/>
                </a:lnTo>
                <a:lnTo>
                  <a:pt x="0" y="73323"/>
                </a:lnTo>
                <a:lnTo>
                  <a:pt x="163773" y="34335"/>
                </a:lnTo>
                <a:cubicBezTo>
                  <a:pt x="291146" y="11604"/>
                  <a:pt x="420996" y="-154"/>
                  <a:pt x="552680" y="2"/>
                </a:cubicBezTo>
                <a:close/>
              </a:path>
            </a:pathLst>
          </a:custGeom>
          <a:gradFill flip="none" rotWithShape="1">
            <a:gsLst>
              <a:gs pos="41000">
                <a:schemeClr val="accent3">
                  <a:lumMod val="25000"/>
                  <a:alpha val="67969"/>
                </a:schemeClr>
              </a:gs>
              <a:gs pos="100000">
                <a:schemeClr val="accent2">
                  <a:alpha val="29022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B193F7C-DAB3-79A0-9B6F-012F23BAF8BD}"/>
              </a:ext>
            </a:extLst>
          </p:cNvPr>
          <p:cNvSpPr/>
          <p:nvPr userDrawn="1"/>
        </p:nvSpPr>
        <p:spPr>
          <a:xfrm>
            <a:off x="1" y="0"/>
            <a:ext cx="6552595" cy="3112082"/>
          </a:xfrm>
          <a:custGeom>
            <a:avLst/>
            <a:gdLst>
              <a:gd name="connsiteX0" fmla="*/ 6552595 w 6552595"/>
              <a:gd name="connsiteY0" fmla="*/ 0 h 3112082"/>
              <a:gd name="connsiteX1" fmla="*/ 6479403 w 6552595"/>
              <a:gd name="connsiteY1" fmla="*/ 116338 h 3112082"/>
              <a:gd name="connsiteX2" fmla="*/ 4627940 w 6552595"/>
              <a:gd name="connsiteY2" fmla="*/ 645238 h 3112082"/>
              <a:gd name="connsiteX3" fmla="*/ 631580 w 6552595"/>
              <a:gd name="connsiteY3" fmla="*/ 1915852 h 3112082"/>
              <a:gd name="connsiteX4" fmla="*/ 46252 w 6552595"/>
              <a:gd name="connsiteY4" fmla="*/ 2980209 h 3112082"/>
              <a:gd name="connsiteX5" fmla="*/ 0 w 6552595"/>
              <a:gd name="connsiteY5" fmla="*/ 3112082 h 3112082"/>
              <a:gd name="connsiteX6" fmla="*/ 0 w 6552595"/>
              <a:gd name="connsiteY6" fmla="*/ 1037361 h 3112082"/>
              <a:gd name="connsiteX7" fmla="*/ 0 w 6552595"/>
              <a:gd name="connsiteY7" fmla="*/ 0 h 3112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2595" h="3112082">
                <a:moveTo>
                  <a:pt x="6552595" y="0"/>
                </a:moveTo>
                <a:lnTo>
                  <a:pt x="6479403" y="116338"/>
                </a:lnTo>
                <a:cubicBezTo>
                  <a:pt x="6181653" y="532833"/>
                  <a:pt x="5587528" y="785625"/>
                  <a:pt x="4627940" y="645238"/>
                </a:cubicBezTo>
                <a:cubicBezTo>
                  <a:pt x="3343367" y="460619"/>
                  <a:pt x="1347900" y="971915"/>
                  <a:pt x="631580" y="1915852"/>
                </a:cubicBezTo>
                <a:cubicBezTo>
                  <a:pt x="407731" y="2210834"/>
                  <a:pt x="204970" y="2565624"/>
                  <a:pt x="46252" y="2980209"/>
                </a:cubicBezTo>
                <a:lnTo>
                  <a:pt x="0" y="3112082"/>
                </a:lnTo>
                <a:lnTo>
                  <a:pt x="0" y="103736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76000">
                <a:schemeClr val="accent3">
                  <a:lumMod val="25000"/>
                </a:schemeClr>
              </a:gs>
              <a:gs pos="0">
                <a:schemeClr val="accent1">
                  <a:alpha val="56738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9D045F5-266F-9ADF-9692-2DA7DB16DFFE}"/>
              </a:ext>
            </a:extLst>
          </p:cNvPr>
          <p:cNvSpPr/>
          <p:nvPr userDrawn="1"/>
        </p:nvSpPr>
        <p:spPr>
          <a:xfrm>
            <a:off x="10269564" y="0"/>
            <a:ext cx="1922436" cy="5772376"/>
          </a:xfrm>
          <a:custGeom>
            <a:avLst/>
            <a:gdLst>
              <a:gd name="connsiteX0" fmla="*/ 0 w 1922436"/>
              <a:gd name="connsiteY0" fmla="*/ 0 h 5772376"/>
              <a:gd name="connsiteX1" fmla="*/ 1922436 w 1922436"/>
              <a:gd name="connsiteY1" fmla="*/ 0 h 5772376"/>
              <a:gd name="connsiteX2" fmla="*/ 1922436 w 1922436"/>
              <a:gd name="connsiteY2" fmla="*/ 5770832 h 5772376"/>
              <a:gd name="connsiteX3" fmla="*/ 1785843 w 1922436"/>
              <a:gd name="connsiteY3" fmla="*/ 5772376 h 5772376"/>
              <a:gd name="connsiteX4" fmla="*/ 167636 w 1922436"/>
              <a:gd name="connsiteY4" fmla="*/ 2958760 h 5772376"/>
              <a:gd name="connsiteX5" fmla="*/ 11457 w 1922436"/>
              <a:gd name="connsiteY5" fmla="*/ 41049 h 577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2436" h="5772376">
                <a:moveTo>
                  <a:pt x="0" y="0"/>
                </a:moveTo>
                <a:lnTo>
                  <a:pt x="1922436" y="0"/>
                </a:lnTo>
                <a:lnTo>
                  <a:pt x="1922436" y="5770832"/>
                </a:lnTo>
                <a:lnTo>
                  <a:pt x="1785843" y="5772376"/>
                </a:lnTo>
                <a:cubicBezTo>
                  <a:pt x="715486" y="5737436"/>
                  <a:pt x="-199675" y="4895626"/>
                  <a:pt x="167636" y="2958760"/>
                </a:cubicBezTo>
                <a:cubicBezTo>
                  <a:pt x="324540" y="2119813"/>
                  <a:pt x="262661" y="1037667"/>
                  <a:pt x="11457" y="41049"/>
                </a:cubicBezTo>
                <a:close/>
              </a:path>
            </a:pathLst>
          </a:custGeom>
          <a:gradFill flip="none" rotWithShape="1">
            <a:gsLst>
              <a:gs pos="10000">
                <a:schemeClr val="accent2">
                  <a:alpha val="9960"/>
                </a:schemeClr>
              </a:gs>
              <a:gs pos="100000">
                <a:schemeClr val="accent1">
                  <a:alpha val="4755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A494E50-F563-24E6-92E6-F9E55D1F3D50}"/>
              </a:ext>
            </a:extLst>
          </p:cNvPr>
          <p:cNvSpPr/>
          <p:nvPr userDrawn="1"/>
        </p:nvSpPr>
        <p:spPr>
          <a:xfrm>
            <a:off x="10861332" y="0"/>
            <a:ext cx="1330669" cy="3088658"/>
          </a:xfrm>
          <a:custGeom>
            <a:avLst/>
            <a:gdLst>
              <a:gd name="connsiteX0" fmla="*/ 0 w 1330669"/>
              <a:gd name="connsiteY0" fmla="*/ 0 h 3088658"/>
              <a:gd name="connsiteX1" fmla="*/ 1330669 w 1330669"/>
              <a:gd name="connsiteY1" fmla="*/ 0 h 3088658"/>
              <a:gd name="connsiteX2" fmla="*/ 1330669 w 1330669"/>
              <a:gd name="connsiteY2" fmla="*/ 3088658 h 3088658"/>
              <a:gd name="connsiteX3" fmla="*/ 1265038 w 1330669"/>
              <a:gd name="connsiteY3" fmla="*/ 3075052 h 3088658"/>
              <a:gd name="connsiteX4" fmla="*/ 84101 w 1330669"/>
              <a:gd name="connsiteY4" fmla="*/ 918166 h 3088658"/>
              <a:gd name="connsiteX5" fmla="*/ 3100 w 1330669"/>
              <a:gd name="connsiteY5" fmla="*/ 15153 h 3088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0669" h="3088658">
                <a:moveTo>
                  <a:pt x="0" y="0"/>
                </a:moveTo>
                <a:lnTo>
                  <a:pt x="1330669" y="0"/>
                </a:lnTo>
                <a:lnTo>
                  <a:pt x="1330669" y="3088658"/>
                </a:lnTo>
                <a:lnTo>
                  <a:pt x="1265038" y="3075052"/>
                </a:lnTo>
                <a:cubicBezTo>
                  <a:pt x="597017" y="2898062"/>
                  <a:pt x="64513" y="2241595"/>
                  <a:pt x="84101" y="918166"/>
                </a:cubicBezTo>
                <a:cubicBezTo>
                  <a:pt x="87550" y="637183"/>
                  <a:pt x="59230" y="331259"/>
                  <a:pt x="3100" y="15153"/>
                </a:cubicBezTo>
                <a:close/>
              </a:path>
            </a:pathLst>
          </a:custGeom>
          <a:solidFill>
            <a:schemeClr val="accent1">
              <a:alpha val="50635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glass card">
            <a:extLst>
              <a:ext uri="{FF2B5EF4-FFF2-40B4-BE49-F238E27FC236}">
                <a16:creationId xmlns:a16="http://schemas.microsoft.com/office/drawing/2014/main" id="{D9024B22-C102-71C1-8593-95259EC18972}"/>
              </a:ext>
            </a:extLst>
          </p:cNvPr>
          <p:cNvSpPr/>
          <p:nvPr userDrawn="1"/>
        </p:nvSpPr>
        <p:spPr>
          <a:xfrm>
            <a:off x="1474384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99000">
                <a:schemeClr val="bg1">
                  <a:alpha val="3000"/>
                </a:schemeClr>
              </a:gs>
              <a:gs pos="46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A78F28F-70CE-7FE2-ACE1-FA2D7C1CE590}"/>
              </a:ext>
            </a:extLst>
          </p:cNvPr>
          <p:cNvSpPr/>
          <p:nvPr userDrawn="1"/>
        </p:nvSpPr>
        <p:spPr>
          <a:xfrm>
            <a:off x="0" y="0"/>
            <a:ext cx="2862855" cy="1527696"/>
          </a:xfrm>
          <a:custGeom>
            <a:avLst/>
            <a:gdLst>
              <a:gd name="connsiteX0" fmla="*/ 0 w 2862855"/>
              <a:gd name="connsiteY0" fmla="*/ 0 h 1527696"/>
              <a:gd name="connsiteX1" fmla="*/ 2862855 w 2862855"/>
              <a:gd name="connsiteY1" fmla="*/ 0 h 1527696"/>
              <a:gd name="connsiteX2" fmla="*/ 2757362 w 2862855"/>
              <a:gd name="connsiteY2" fmla="*/ 85011 h 1527696"/>
              <a:gd name="connsiteX3" fmla="*/ 1949659 w 2862855"/>
              <a:gd name="connsiteY3" fmla="*/ 424032 h 1527696"/>
              <a:gd name="connsiteX4" fmla="*/ 170555 w 2862855"/>
              <a:gd name="connsiteY4" fmla="*/ 1373059 h 1527696"/>
              <a:gd name="connsiteX5" fmla="*/ 0 w 2862855"/>
              <a:gd name="connsiteY5" fmla="*/ 1527696 h 1527696"/>
              <a:gd name="connsiteX6" fmla="*/ 0 w 2862855"/>
              <a:gd name="connsiteY6" fmla="*/ 872969 h 1527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2855" h="1527696">
                <a:moveTo>
                  <a:pt x="0" y="0"/>
                </a:moveTo>
                <a:lnTo>
                  <a:pt x="2862855" y="0"/>
                </a:lnTo>
                <a:lnTo>
                  <a:pt x="2757362" y="85011"/>
                </a:lnTo>
                <a:cubicBezTo>
                  <a:pt x="2560942" y="227521"/>
                  <a:pt x="2295416" y="345289"/>
                  <a:pt x="1949659" y="424032"/>
                </a:cubicBezTo>
                <a:cubicBezTo>
                  <a:pt x="1377417" y="555874"/>
                  <a:pt x="700343" y="918207"/>
                  <a:pt x="170555" y="1373059"/>
                </a:cubicBezTo>
                <a:lnTo>
                  <a:pt x="0" y="1527696"/>
                </a:lnTo>
                <a:lnTo>
                  <a:pt x="0" y="872969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25000"/>
                  <a:alpha val="40000"/>
                </a:schemeClr>
              </a:gs>
              <a:gs pos="0">
                <a:schemeClr val="accent4">
                  <a:alpha val="69786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94AB31D-FEF2-F3B0-D726-81CE48F895EA}"/>
              </a:ext>
            </a:extLst>
          </p:cNvPr>
          <p:cNvSpPr/>
          <p:nvPr userDrawn="1"/>
        </p:nvSpPr>
        <p:spPr>
          <a:xfrm>
            <a:off x="2" y="4761091"/>
            <a:ext cx="3131151" cy="2096908"/>
          </a:xfrm>
          <a:custGeom>
            <a:avLst/>
            <a:gdLst>
              <a:gd name="connsiteX0" fmla="*/ 186163 w 3131151"/>
              <a:gd name="connsiteY0" fmla="*/ 0 h 2096908"/>
              <a:gd name="connsiteX1" fmla="*/ 2469297 w 3131151"/>
              <a:gd name="connsiteY1" fmla="*/ 1411265 h 2096908"/>
              <a:gd name="connsiteX2" fmla="*/ 3026909 w 3131151"/>
              <a:gd name="connsiteY2" fmla="*/ 2004423 h 2096908"/>
              <a:gd name="connsiteX3" fmla="*/ 3131151 w 3131151"/>
              <a:gd name="connsiteY3" fmla="*/ 2096908 h 2096908"/>
              <a:gd name="connsiteX4" fmla="*/ 0 w 3131151"/>
              <a:gd name="connsiteY4" fmla="*/ 2096908 h 2096908"/>
              <a:gd name="connsiteX5" fmla="*/ 0 w 3131151"/>
              <a:gd name="connsiteY5" fmla="*/ 4640 h 2096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1151" h="2096908">
                <a:moveTo>
                  <a:pt x="186163" y="0"/>
                </a:moveTo>
                <a:cubicBezTo>
                  <a:pt x="883663" y="24692"/>
                  <a:pt x="1675023" y="432572"/>
                  <a:pt x="2469297" y="1411265"/>
                </a:cubicBezTo>
                <a:cubicBezTo>
                  <a:pt x="2632187" y="1610943"/>
                  <a:pt x="2819757" y="1809855"/>
                  <a:pt x="3026909" y="2004423"/>
                </a:cubicBezTo>
                <a:lnTo>
                  <a:pt x="3131151" y="2096908"/>
                </a:lnTo>
                <a:lnTo>
                  <a:pt x="0" y="2096908"/>
                </a:lnTo>
                <a:lnTo>
                  <a:pt x="0" y="4640"/>
                </a:lnTo>
                <a:close/>
              </a:path>
            </a:pathLst>
          </a:custGeom>
          <a:gradFill flip="none" rotWithShape="1">
            <a:gsLst>
              <a:gs pos="47000">
                <a:schemeClr val="accent6">
                  <a:alpha val="51365"/>
                </a:schemeClr>
              </a:gs>
              <a:gs pos="100000">
                <a:schemeClr val="accent4">
                  <a:alpha val="24386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843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824" y="1856232"/>
            <a:ext cx="4718304" cy="1069848"/>
          </a:xfrm>
        </p:spPr>
        <p:txBody>
          <a:bodyPr anchor="b">
            <a:no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1968" y="3374136"/>
            <a:ext cx="4709160" cy="2395728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14">
            <a:extLst>
              <a:ext uri="{FF2B5EF4-FFF2-40B4-BE49-F238E27FC236}">
                <a16:creationId xmlns:a16="http://schemas.microsoft.com/office/drawing/2014/main" id="{907BDD9A-3C2A-A21B-A425-1BB45BF5C103}"/>
              </a:ext>
            </a:extLst>
          </p:cNvPr>
          <p:cNvSpPr/>
          <p:nvPr userDrawn="1"/>
        </p:nvSpPr>
        <p:spPr>
          <a:xfrm rot="5400000" flipH="1" flipV="1">
            <a:off x="-1248967" y="1248969"/>
            <a:ext cx="6858000" cy="4360065"/>
          </a:xfrm>
          <a:custGeom>
            <a:avLst/>
            <a:gdLst>
              <a:gd name="connsiteX0" fmla="*/ 6858000 w 6858000"/>
              <a:gd name="connsiteY0" fmla="*/ 0 h 4360065"/>
              <a:gd name="connsiteX1" fmla="*/ 6858000 w 6858000"/>
              <a:gd name="connsiteY1" fmla="*/ 4019634 h 4360065"/>
              <a:gd name="connsiteX2" fmla="*/ 6786526 w 6858000"/>
              <a:gd name="connsiteY2" fmla="*/ 3987694 h 4360065"/>
              <a:gd name="connsiteX3" fmla="*/ 4380589 w 6858000"/>
              <a:gd name="connsiteY3" fmla="*/ 3270469 h 4360065"/>
              <a:gd name="connsiteX4" fmla="*/ 1148443 w 6858000"/>
              <a:gd name="connsiteY4" fmla="*/ 4360028 h 4360065"/>
              <a:gd name="connsiteX5" fmla="*/ 93033 w 6858000"/>
              <a:gd name="connsiteY5" fmla="*/ 4174462 h 4360065"/>
              <a:gd name="connsiteX6" fmla="*/ 0 w 6858000"/>
              <a:gd name="connsiteY6" fmla="*/ 4134599 h 4360065"/>
              <a:gd name="connsiteX7" fmla="*/ 0 w 6858000"/>
              <a:gd name="connsiteY7" fmla="*/ 0 h 4360065"/>
              <a:gd name="connsiteX8" fmla="*/ 6858000 w 6858000"/>
              <a:gd name="connsiteY8" fmla="*/ 0 h 436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4360065">
                <a:moveTo>
                  <a:pt x="6858000" y="0"/>
                </a:moveTo>
                <a:lnTo>
                  <a:pt x="6858000" y="4019634"/>
                </a:lnTo>
                <a:lnTo>
                  <a:pt x="6786526" y="3987694"/>
                </a:lnTo>
                <a:cubicBezTo>
                  <a:pt x="6330423" y="3769997"/>
                  <a:pt x="5587519" y="3251791"/>
                  <a:pt x="4380589" y="3270469"/>
                </a:cubicBezTo>
                <a:cubicBezTo>
                  <a:pt x="3001241" y="3291816"/>
                  <a:pt x="2442968" y="4353863"/>
                  <a:pt x="1148443" y="4360028"/>
                </a:cubicBezTo>
                <a:cubicBezTo>
                  <a:pt x="743904" y="4361955"/>
                  <a:pt x="389317" y="4288650"/>
                  <a:pt x="93033" y="4174462"/>
                </a:cubicBezTo>
                <a:lnTo>
                  <a:pt x="0" y="4134599"/>
                </a:lnTo>
                <a:lnTo>
                  <a:pt x="0" y="0"/>
                </a:lnTo>
                <a:lnTo>
                  <a:pt x="6858000" y="0"/>
                </a:lnTo>
                <a:close/>
              </a:path>
            </a:pathLst>
          </a:custGeom>
          <a:solidFill>
            <a:schemeClr val="accent4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989D7F61-B47A-97D5-F725-EC5EFE81187A}"/>
              </a:ext>
            </a:extLst>
          </p:cNvPr>
          <p:cNvSpPr/>
          <p:nvPr userDrawn="1"/>
        </p:nvSpPr>
        <p:spPr>
          <a:xfrm rot="16200000" flipH="1">
            <a:off x="-952024" y="952025"/>
            <a:ext cx="6858000" cy="4953950"/>
          </a:xfrm>
          <a:custGeom>
            <a:avLst/>
            <a:gdLst>
              <a:gd name="connsiteX0" fmla="*/ 0 w 6858000"/>
              <a:gd name="connsiteY0" fmla="*/ 0 h 4953950"/>
              <a:gd name="connsiteX1" fmla="*/ 0 w 6858000"/>
              <a:gd name="connsiteY1" fmla="*/ 4289773 h 4953950"/>
              <a:gd name="connsiteX2" fmla="*/ 181159 w 6858000"/>
              <a:gd name="connsiteY2" fmla="*/ 4411259 h 4953950"/>
              <a:gd name="connsiteX3" fmla="*/ 2222746 w 6858000"/>
              <a:gd name="connsiteY3" fmla="*/ 4953891 h 4953950"/>
              <a:gd name="connsiteX4" fmla="*/ 6808516 w 6858000"/>
              <a:gd name="connsiteY4" fmla="*/ 3223031 h 4953950"/>
              <a:gd name="connsiteX5" fmla="*/ 6858000 w 6858000"/>
              <a:gd name="connsiteY5" fmla="*/ 3220931 h 4953950"/>
              <a:gd name="connsiteX6" fmla="*/ 6858000 w 6858000"/>
              <a:gd name="connsiteY6" fmla="*/ 0 h 4953950"/>
              <a:gd name="connsiteX7" fmla="*/ 0 w 6858000"/>
              <a:gd name="connsiteY7" fmla="*/ 0 h 495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953950">
                <a:moveTo>
                  <a:pt x="0" y="0"/>
                </a:moveTo>
                <a:lnTo>
                  <a:pt x="0" y="4289773"/>
                </a:lnTo>
                <a:lnTo>
                  <a:pt x="181159" y="4411259"/>
                </a:lnTo>
                <a:cubicBezTo>
                  <a:pt x="694541" y="4727180"/>
                  <a:pt x="1386349" y="4958196"/>
                  <a:pt x="2222746" y="4953891"/>
                </a:cubicBezTo>
                <a:cubicBezTo>
                  <a:pt x="4074768" y="4944360"/>
                  <a:pt x="4906383" y="3353427"/>
                  <a:pt x="6808516" y="3223031"/>
                </a:cubicBezTo>
                <a:lnTo>
                  <a:pt x="6858000" y="322093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20000">
                <a:schemeClr val="accent6">
                  <a:alpha val="52965"/>
                </a:schemeClr>
              </a:gs>
              <a:gs pos="90000">
                <a:schemeClr val="accent5">
                  <a:lumMod val="50000"/>
                  <a:alpha val="72473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A70008D0-0FB3-5B8D-3060-6EDD9E247095}"/>
              </a:ext>
            </a:extLst>
          </p:cNvPr>
          <p:cNvSpPr/>
          <p:nvPr userDrawn="1"/>
        </p:nvSpPr>
        <p:spPr>
          <a:xfrm rot="16200000" flipH="1">
            <a:off x="-1513890" y="1513891"/>
            <a:ext cx="6858000" cy="3830219"/>
          </a:xfrm>
          <a:custGeom>
            <a:avLst/>
            <a:gdLst>
              <a:gd name="connsiteX0" fmla="*/ 0 w 6858000"/>
              <a:gd name="connsiteY0" fmla="*/ 0 h 3830219"/>
              <a:gd name="connsiteX1" fmla="*/ 0 w 6858000"/>
              <a:gd name="connsiteY1" fmla="*/ 2994317 h 3830219"/>
              <a:gd name="connsiteX2" fmla="*/ 150933 w 6858000"/>
              <a:gd name="connsiteY2" fmla="*/ 2952927 h 3830219"/>
              <a:gd name="connsiteX3" fmla="*/ 533317 w 6858000"/>
              <a:gd name="connsiteY3" fmla="*/ 2907735 h 3830219"/>
              <a:gd name="connsiteX4" fmla="*/ 2516906 w 6858000"/>
              <a:gd name="connsiteY4" fmla="*/ 3558655 h 3830219"/>
              <a:gd name="connsiteX5" fmla="*/ 2542419 w 6858000"/>
              <a:gd name="connsiteY5" fmla="*/ 3568616 h 3830219"/>
              <a:gd name="connsiteX6" fmla="*/ 2607100 w 6858000"/>
              <a:gd name="connsiteY6" fmla="*/ 3608308 h 3830219"/>
              <a:gd name="connsiteX7" fmla="*/ 3580199 w 6858000"/>
              <a:gd name="connsiteY7" fmla="*/ 3830188 h 3830219"/>
              <a:gd name="connsiteX8" fmla="*/ 6145368 w 6858000"/>
              <a:gd name="connsiteY8" fmla="*/ 2895740 h 3830219"/>
              <a:gd name="connsiteX9" fmla="*/ 6711794 w 6858000"/>
              <a:gd name="connsiteY9" fmla="*/ 2941805 h 3830219"/>
              <a:gd name="connsiteX10" fmla="*/ 6858000 w 6858000"/>
              <a:gd name="connsiteY10" fmla="*/ 2973381 h 3830219"/>
              <a:gd name="connsiteX11" fmla="*/ 6858000 w 6858000"/>
              <a:gd name="connsiteY11" fmla="*/ 0 h 3830219"/>
              <a:gd name="connsiteX12" fmla="*/ 0 w 6858000"/>
              <a:gd name="connsiteY12" fmla="*/ 0 h 3830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3830219">
                <a:moveTo>
                  <a:pt x="0" y="0"/>
                </a:moveTo>
                <a:lnTo>
                  <a:pt x="0" y="2994317"/>
                </a:lnTo>
                <a:lnTo>
                  <a:pt x="150933" y="2952927"/>
                </a:lnTo>
                <a:cubicBezTo>
                  <a:pt x="269822" y="2926258"/>
                  <a:pt x="396478" y="2910024"/>
                  <a:pt x="533317" y="2907735"/>
                </a:cubicBezTo>
                <a:cubicBezTo>
                  <a:pt x="1559606" y="2890571"/>
                  <a:pt x="2163137" y="3401988"/>
                  <a:pt x="2516906" y="3558655"/>
                </a:cubicBezTo>
                <a:lnTo>
                  <a:pt x="2542419" y="3568616"/>
                </a:lnTo>
                <a:lnTo>
                  <a:pt x="2607100" y="3608308"/>
                </a:lnTo>
                <a:cubicBezTo>
                  <a:pt x="2866745" y="3741243"/>
                  <a:pt x="3194928" y="3832171"/>
                  <a:pt x="3580199" y="3830188"/>
                </a:cubicBezTo>
                <a:cubicBezTo>
                  <a:pt x="4607589" y="3824901"/>
                  <a:pt x="5050658" y="2914049"/>
                  <a:pt x="6145368" y="2895740"/>
                </a:cubicBezTo>
                <a:cubicBezTo>
                  <a:pt x="6350626" y="2892307"/>
                  <a:pt x="6538973" y="2910018"/>
                  <a:pt x="6711794" y="2941805"/>
                </a:cubicBezTo>
                <a:lnTo>
                  <a:pt x="6858000" y="297338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chemeClr val="accent6">
                  <a:alpha val="29951"/>
                </a:schemeClr>
              </a:gs>
              <a:gs pos="99000">
                <a:schemeClr val="accent4">
                  <a:lumMod val="75000"/>
                  <a:alpha val="2734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A6FFAC-0E5C-DA2F-C0F9-D5602F928AEC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7545111" y="2275586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B5E76-E101-4994-92F5-1F540EB1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F242-2699-411D-B3F7-3D6D480E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984" y="2212848"/>
            <a:ext cx="10332720" cy="35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4" y="411480"/>
            <a:ext cx="521208" cy="3108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6344" y="61904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A4A2D6-617E-EEA3-E4EE-5BDB472F6A43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70" r:id="rId7"/>
    <p:sldLayoutId id="2147483669" r:id="rId8"/>
    <p:sldLayoutId id="2147483653" r:id="rId9"/>
    <p:sldLayoutId id="2147483665" r:id="rId10"/>
    <p:sldLayoutId id="2147483666" r:id="rId11"/>
    <p:sldLayoutId id="2147483667" r:id="rId12"/>
    <p:sldLayoutId id="2147483668" r:id="rId13"/>
    <p:sldLayoutId id="2147483651" r:id="rId14"/>
    <p:sldLayoutId id="2147483652" r:id="rId15"/>
    <p:sldLayoutId id="2147483654" r:id="rId16"/>
    <p:sldLayoutId id="2147483655" r:id="rId17"/>
    <p:sldLayoutId id="2147483656" r:id="rId18"/>
    <p:sldLayoutId id="214748365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cap="all" spc="6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347472" algn="l" defTabSz="914400" rtl="0" eaLnBrk="1" latinLnBrk="0" hangingPunct="1">
        <a:lnSpc>
          <a:spcPct val="90000"/>
        </a:lnSpc>
        <a:spcBef>
          <a:spcPts val="1000"/>
        </a:spcBef>
        <a:buClr>
          <a:schemeClr val="accent6"/>
        </a:buClr>
        <a:buFont typeface="Courier New" panose="02070309020205020404" pitchFamily="49" charset="0"/>
        <a:buChar char="o"/>
        <a:defRPr sz="2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1pPr>
      <a:lvl2pPr marL="6858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4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2pPr>
      <a:lvl3pPr marL="11430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0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3pPr>
      <a:lvl4pPr marL="16002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4pPr>
      <a:lvl5pPr marL="20574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0DB4-0446-EF22-E8E0-3A5B83923A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 dirty="0"/>
              <a:t>Machine learning:</a:t>
            </a:r>
            <a:br>
              <a:rPr lang="en-US" dirty="0"/>
            </a:br>
            <a:r>
              <a:rPr lang="en-US" sz="2400" dirty="0"/>
              <a:t>Explainable ML-Based Threat Detection using RAG and System Behavior Analytics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6329B1-2D04-0F3A-1081-C5117D8CE1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600" dirty="0">
                <a:latin typeface="Mongolian Baiti" panose="03000500000000000000" pitchFamily="66" charset="0"/>
                <a:ea typeface="Calibri" panose="020F0502020204030204" pitchFamily="34" charset="0"/>
                <a:cs typeface="Mongolian Baiti" panose="03000500000000000000" pitchFamily="66" charset="0"/>
              </a:rPr>
              <a:t>VAAGAIARASU – 25026</a:t>
            </a:r>
          </a:p>
          <a:p>
            <a:r>
              <a:rPr lang="en-US" sz="1600" dirty="0">
                <a:latin typeface="Mongolian Baiti" panose="03000500000000000000" pitchFamily="66" charset="0"/>
                <a:ea typeface="Calibri" panose="020F0502020204030204" pitchFamily="34" charset="0"/>
                <a:cs typeface="Mongolian Baiti" panose="03000500000000000000" pitchFamily="66" charset="0"/>
              </a:rPr>
              <a:t>SUBASH CHANDRA BOSE - 25015</a:t>
            </a:r>
          </a:p>
          <a:p>
            <a:endParaRPr lang="en-US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3491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F7E09-6A9E-9FCC-7867-895F21ABE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172" y="820817"/>
            <a:ext cx="4221141" cy="590296"/>
          </a:xfrm>
        </p:spPr>
        <p:txBody>
          <a:bodyPr>
            <a:normAutofit fontScale="90000"/>
          </a:bodyPr>
          <a:lstStyle/>
          <a:p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CONTENTS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57728F-9EA1-A705-8E4D-B7823E4F4C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158D4-7B61-0A48-E33F-792278D05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3803" y="862701"/>
            <a:ext cx="8844393" cy="2839151"/>
          </a:xfrm>
        </p:spPr>
        <p:txBody>
          <a:bodyPr/>
          <a:lstStyle/>
          <a:p>
            <a:pPr marL="0" indent="0">
              <a:buNone/>
            </a:pPr>
            <a:endParaRPr lang="en-US" sz="1600" dirty="0"/>
          </a:p>
          <a:p>
            <a:r>
              <a:rPr lang="en-US" sz="1600" dirty="0"/>
              <a:t>Traditional security systems rely on </a:t>
            </a:r>
            <a:r>
              <a:rPr lang="en-US" sz="1600" b="1" dirty="0"/>
              <a:t>signature-based detection</a:t>
            </a:r>
            <a:r>
              <a:rPr lang="en-US" sz="1600" dirty="0"/>
              <a:t> </a:t>
            </a:r>
          </a:p>
          <a:p>
            <a:r>
              <a:rPr lang="en-US" sz="1600" dirty="0"/>
              <a:t>Cannot detect </a:t>
            </a:r>
            <a:r>
              <a:rPr lang="en-US" sz="1600" b="1" dirty="0"/>
              <a:t>zero-day attacks</a:t>
            </a:r>
            <a:r>
              <a:rPr lang="en-US" sz="1600" dirty="0"/>
              <a:t> </a:t>
            </a:r>
          </a:p>
          <a:p>
            <a:r>
              <a:rPr lang="en-US" sz="1600" dirty="0"/>
              <a:t>Lack of </a:t>
            </a:r>
            <a:r>
              <a:rPr lang="en-US" sz="1600" b="1" dirty="0"/>
              <a:t>explainability</a:t>
            </a:r>
            <a:r>
              <a:rPr lang="en-US" sz="1600" dirty="0"/>
              <a:t> in ML-based detection </a:t>
            </a:r>
          </a:p>
          <a:p>
            <a:r>
              <a:rPr lang="en-US" sz="1600" dirty="0"/>
              <a:t>Non-security professionals struggle to interpret alerts </a:t>
            </a:r>
          </a:p>
          <a:p>
            <a:pPr marL="0" indent="0">
              <a:buNone/>
            </a:pPr>
            <a:br>
              <a:rPr lang="en-US" sz="1600" dirty="0"/>
            </a:br>
            <a:endParaRPr lang="en-US" sz="1600" dirty="0"/>
          </a:p>
          <a:p>
            <a:pPr marL="0" indent="0">
              <a:buNone/>
            </a:pPr>
            <a:r>
              <a:rPr lang="en-US" sz="1600" dirty="0"/>
              <a:t>Build a system that:</a:t>
            </a:r>
          </a:p>
          <a:p>
            <a:r>
              <a:rPr lang="en-US" sz="1600" dirty="0"/>
              <a:t>Detects anomalies using ML </a:t>
            </a:r>
          </a:p>
          <a:p>
            <a:r>
              <a:rPr lang="en-US" sz="1600" dirty="0"/>
              <a:t>Explains them using AI (RAG) </a:t>
            </a:r>
          </a:p>
          <a:p>
            <a:r>
              <a:rPr lang="en-US" sz="1600" dirty="0"/>
              <a:t>Makes insights understandable</a:t>
            </a:r>
          </a:p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endParaRPr lang="en-US" sz="16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51B540E-0F23-BD2A-0F39-2A5A6E02A45E}"/>
              </a:ext>
            </a:extLst>
          </p:cNvPr>
          <p:cNvSpPr txBox="1">
            <a:spLocks/>
          </p:cNvSpPr>
          <p:nvPr/>
        </p:nvSpPr>
        <p:spPr>
          <a:xfrm>
            <a:off x="949172" y="3429000"/>
            <a:ext cx="4221141" cy="59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cap="all" spc="6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n w="28575">
                  <a:noFill/>
                  <a:prstDash val="solid"/>
                </a:ln>
                <a:latin typeface="Tw Cen MT" panose="020B0602020104020603" pitchFamily="34" charset="77"/>
              </a:rPr>
              <a:t>GOALS</a:t>
            </a:r>
          </a:p>
        </p:txBody>
      </p:sp>
    </p:spTree>
    <p:extLst>
      <p:ext uri="{BB962C8B-B14F-4D97-AF65-F5344CB8AC3E}">
        <p14:creationId xmlns:p14="http://schemas.microsoft.com/office/powerpoint/2010/main" val="3548027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B884B-FD52-D5DA-02E5-B3BF57B07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9C1EB-4E5D-49C1-1012-40AD8D18F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172" y="820817"/>
            <a:ext cx="4221141" cy="590296"/>
          </a:xfrm>
        </p:spPr>
        <p:txBody>
          <a:bodyPr>
            <a:normAutofit fontScale="90000"/>
          </a:bodyPr>
          <a:lstStyle/>
          <a:p>
            <a:r>
              <a:rPr lang="en-US" dirty="0">
                <a:ln w="28575">
                  <a:noFill/>
                  <a:prstDash val="solid"/>
                </a:ln>
                <a:latin typeface="Tw Cen MT" panose="020B0602020104020603" pitchFamily="34" charset="77"/>
              </a:rPr>
              <a:t>Objectives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7BEB9C-C011-688B-A780-F58125F780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EE769-A151-06F6-BAC3-327771613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3803" y="1128889"/>
            <a:ext cx="8844393" cy="4651022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Detect anomalous system behavior using unsupervised learning</a:t>
            </a:r>
          </a:p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Provide human-readable explanations</a:t>
            </a:r>
          </a:p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Map anomalies to MITRE ATT&amp;CK techniques</a:t>
            </a:r>
          </a:p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Build an interactive dashboard</a:t>
            </a:r>
          </a:p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Enable user interaction via Q&amp;A</a:t>
            </a:r>
          </a:p>
        </p:txBody>
      </p:sp>
    </p:spTree>
    <p:extLst>
      <p:ext uri="{BB962C8B-B14F-4D97-AF65-F5344CB8AC3E}">
        <p14:creationId xmlns:p14="http://schemas.microsoft.com/office/powerpoint/2010/main" val="2477533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B83FDC-11E6-1C3B-21B0-BE50C2B444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1FF1173-CE64-CCFC-B1CA-CF0C8416D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Technologies used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853E9CB-06F6-E436-D2A8-A55A0DCB5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2212848"/>
            <a:ext cx="8984324" cy="3977640"/>
          </a:xfrm>
        </p:spPr>
        <p:txBody>
          <a:bodyPr/>
          <a:lstStyle/>
          <a:p>
            <a:r>
              <a:rPr lang="en-US" sz="1800" dirty="0" err="1"/>
              <a:t>PythonScikit</a:t>
            </a:r>
            <a:r>
              <a:rPr lang="en-US" sz="1800" dirty="0"/>
              <a:t>-learn (Isolation Forest)</a:t>
            </a:r>
          </a:p>
          <a:p>
            <a:r>
              <a:rPr lang="en-US" sz="1800" dirty="0" err="1"/>
              <a:t>Streamlit</a:t>
            </a:r>
            <a:r>
              <a:rPr lang="en-US" sz="1800" dirty="0"/>
              <a:t> (Dashboard)</a:t>
            </a:r>
          </a:p>
          <a:p>
            <a:r>
              <a:rPr lang="en-US" sz="1800" dirty="0" err="1"/>
              <a:t>Plotly</a:t>
            </a:r>
            <a:r>
              <a:rPr lang="en-US" sz="1800" dirty="0"/>
              <a:t> (Visualization)</a:t>
            </a:r>
          </a:p>
          <a:p>
            <a:r>
              <a:rPr lang="en-US" sz="1800" dirty="0" err="1"/>
              <a:t>LangChain</a:t>
            </a:r>
            <a:r>
              <a:rPr lang="en-US" sz="1800" dirty="0"/>
              <a:t> (RAG)</a:t>
            </a:r>
          </a:p>
          <a:p>
            <a:r>
              <a:rPr lang="en-US" sz="1800" dirty="0"/>
              <a:t>FAISS (Vector DB)</a:t>
            </a:r>
          </a:p>
          <a:p>
            <a:r>
              <a:rPr lang="en-US" sz="1800" dirty="0"/>
              <a:t>Sentence Transformers (Embeddings)</a:t>
            </a:r>
          </a:p>
          <a:p>
            <a:r>
              <a:rPr lang="en-US" sz="1800" dirty="0" err="1"/>
              <a:t>Groq</a:t>
            </a:r>
            <a:r>
              <a:rPr lang="en-US" sz="1800" dirty="0"/>
              <a:t> API (LLM)</a:t>
            </a:r>
          </a:p>
        </p:txBody>
      </p:sp>
    </p:spTree>
    <p:extLst>
      <p:ext uri="{BB962C8B-B14F-4D97-AF65-F5344CB8AC3E}">
        <p14:creationId xmlns:p14="http://schemas.microsoft.com/office/powerpoint/2010/main" val="2213646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B2596-D1FA-AA44-4461-640A33305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 105">
            <a:extLst>
              <a:ext uri="{FF2B5EF4-FFF2-40B4-BE49-F238E27FC236}">
                <a16:creationId xmlns:a16="http://schemas.microsoft.com/office/drawing/2014/main" id="{C9519EE7-06CC-0DF9-C633-F360E6AAB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Overview</a:t>
            </a:r>
          </a:p>
        </p:txBody>
      </p:sp>
      <p:sp>
        <p:nvSpPr>
          <p:cNvPr id="139" name="Slide Number Placeholder 138">
            <a:extLst>
              <a:ext uri="{FF2B5EF4-FFF2-40B4-BE49-F238E27FC236}">
                <a16:creationId xmlns:a16="http://schemas.microsoft.com/office/drawing/2014/main" id="{D3BC5168-B605-41D3-5DE8-39B7619193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F979DC-7CAA-12E4-1EB1-A5084799B5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Step 1</a:t>
            </a:r>
          </a:p>
        </p:txBody>
      </p:sp>
      <p:sp>
        <p:nvSpPr>
          <p:cNvPr id="69" name="Text Placeholder 68">
            <a:extLst>
              <a:ext uri="{FF2B5EF4-FFF2-40B4-BE49-F238E27FC236}">
                <a16:creationId xmlns:a16="http://schemas.microsoft.com/office/drawing/2014/main" id="{768DEE1A-BB87-BDF5-CB0E-1FF179233A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Synthetic System logs generation</a:t>
            </a:r>
          </a:p>
        </p:txBody>
      </p:sp>
      <p:sp>
        <p:nvSpPr>
          <p:cNvPr id="70" name="Text Placeholder 69">
            <a:extLst>
              <a:ext uri="{FF2B5EF4-FFF2-40B4-BE49-F238E27FC236}">
                <a16:creationId xmlns:a16="http://schemas.microsoft.com/office/drawing/2014/main" id="{93AA9C7F-2AE3-8BBB-75C0-EED1D97D4EE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 err="1"/>
              <a:t>Ml</a:t>
            </a:r>
            <a:r>
              <a:rPr lang="en-US" dirty="0"/>
              <a:t> Model &amp; Anomaly Detection</a:t>
            </a:r>
          </a:p>
        </p:txBody>
      </p:sp>
      <p:sp>
        <p:nvSpPr>
          <p:cNvPr id="71" name="Text Placeholder 70">
            <a:extLst>
              <a:ext uri="{FF2B5EF4-FFF2-40B4-BE49-F238E27FC236}">
                <a16:creationId xmlns:a16="http://schemas.microsoft.com/office/drawing/2014/main" id="{DC6721BF-70B0-F886-CC26-DFE34E25B5E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Retrieval Augmented Generation</a:t>
            </a:r>
          </a:p>
        </p:txBody>
      </p:sp>
      <p:sp>
        <p:nvSpPr>
          <p:cNvPr id="72" name="Text Placeholder 71">
            <a:extLst>
              <a:ext uri="{FF2B5EF4-FFF2-40B4-BE49-F238E27FC236}">
                <a16:creationId xmlns:a16="http://schemas.microsoft.com/office/drawing/2014/main" id="{5D1D35F7-0028-5C88-2262-7022085B95D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Dashboard</a:t>
            </a:r>
          </a:p>
        </p:txBody>
      </p:sp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68C65FE1-AB0D-4895-38D2-4C3C427D587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lvl="0"/>
            <a:r>
              <a:rPr lang="en-US" dirty="0"/>
              <a:t>Explanation of Anomalies</a:t>
            </a:r>
          </a:p>
        </p:txBody>
      </p:sp>
      <p:pic>
        <p:nvPicPr>
          <p:cNvPr id="52" name="Picture Placeholder 51">
            <a:extLst>
              <a:ext uri="{FF2B5EF4-FFF2-40B4-BE49-F238E27FC236}">
                <a16:creationId xmlns:a16="http://schemas.microsoft.com/office/drawing/2014/main" id="{8D6D13B9-8E12-ADA9-4142-BD439EA589A0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 r:embed="rId2"/>
          <a:srcRect t="128" b="128"/>
          <a:stretch>
            <a:fillRect/>
          </a:stretch>
        </p:blipFill>
        <p:spPr>
          <a:xfrm>
            <a:off x="8146207" y="3011109"/>
            <a:ext cx="621792" cy="621792"/>
          </a:xfrm>
          <a:prstGeom prst="rect">
            <a:avLst/>
          </a:prstGeom>
        </p:spPr>
      </p:pic>
      <p:pic>
        <p:nvPicPr>
          <p:cNvPr id="54" name="Picture Placeholder 53">
            <a:extLst>
              <a:ext uri="{FF2B5EF4-FFF2-40B4-BE49-F238E27FC236}">
                <a16:creationId xmlns:a16="http://schemas.microsoft.com/office/drawing/2014/main" id="{32FE3DF0-3CB8-0762-A0B1-44E18AFCFBB4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>
          <a:blip r:embed="rId3"/>
          <a:srcRect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25807EAB-B1AC-D094-2352-D4A3A4F5AE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A29E34BC-7334-55CB-294A-64692EB1FE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Step 3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72050D25-E304-77B8-CB4A-DD0A88893B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Step 4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B6EAC8E7-94BD-C28E-3570-89AA032EB77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Step 5</a:t>
            </a:r>
          </a:p>
        </p:txBody>
      </p:sp>
      <p:pic>
        <p:nvPicPr>
          <p:cNvPr id="58" name="Picture Placeholder 57">
            <a:extLst>
              <a:ext uri="{FF2B5EF4-FFF2-40B4-BE49-F238E27FC236}">
                <a16:creationId xmlns:a16="http://schemas.microsoft.com/office/drawing/2014/main" id="{12B04589-287F-36DE-B79B-E5362EF1A819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4"/>
          <a:srcRect t="3198" b="3198"/>
          <a:stretch>
            <a:fillRect/>
          </a:stretch>
        </p:blipFill>
        <p:spPr>
          <a:prstGeom prst="rect">
            <a:avLst/>
          </a:prstGeom>
        </p:spPr>
      </p:pic>
      <p:pic>
        <p:nvPicPr>
          <p:cNvPr id="62" name="Picture Placeholder 61">
            <a:extLst>
              <a:ext uri="{FF2B5EF4-FFF2-40B4-BE49-F238E27FC236}">
                <a16:creationId xmlns:a16="http://schemas.microsoft.com/office/drawing/2014/main" id="{B93C29A6-B854-E8B0-41BF-87B5B5A64DCF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5"/>
          <a:srcRect t="3317" b="3317"/>
          <a:stretch>
            <a:fillRect/>
          </a:stretch>
        </p:blipFill>
        <p:spPr>
          <a:prstGeom prst="rect">
            <a:avLst/>
          </a:prstGeom>
        </p:spPr>
      </p:pic>
      <p:pic>
        <p:nvPicPr>
          <p:cNvPr id="66" name="Picture Placeholder 65">
            <a:extLst>
              <a:ext uri="{FF2B5EF4-FFF2-40B4-BE49-F238E27FC236}">
                <a16:creationId xmlns:a16="http://schemas.microsoft.com/office/drawing/2014/main" id="{66BD12C4-254A-C419-7958-865E66547DEA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6"/>
          <a:srcRect t="3317" b="3317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096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8D249-0054-95F3-196B-4FD960B17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D8F5DF-02BB-C674-A775-A3C90EF424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83DA2F1-4FF8-DD4B-5009-00B2B8391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8205" y="722376"/>
            <a:ext cx="6555756" cy="741057"/>
          </a:xfrm>
        </p:spPr>
        <p:txBody>
          <a:bodyPr/>
          <a:lstStyle/>
          <a:p>
            <a:r>
              <a:rPr lang="en-US" dirty="0"/>
              <a:t>Data generation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92D76E-3401-1E2D-669D-894DFC73E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5347" y="1564214"/>
            <a:ext cx="9161305" cy="4571410"/>
          </a:xfrm>
        </p:spPr>
        <p:txBody>
          <a:bodyPr/>
          <a:lstStyle/>
          <a:p>
            <a:pPr>
              <a:buNone/>
            </a:pPr>
            <a:r>
              <a:rPr lang="en-US" sz="1600" dirty="0"/>
              <a:t>Synthetic system logs were created with features: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CPU usage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Network traffic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Login attempts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Process count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File access </a:t>
            </a:r>
          </a:p>
          <a:p>
            <a:pPr>
              <a:buNone/>
            </a:pPr>
            <a:r>
              <a:rPr lang="en-US" sz="1600" dirty="0"/>
              <a:t>Purpose: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Simulate real-world behavior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Create normal + anomalous patterns</a:t>
            </a:r>
          </a:p>
          <a:p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75A13C-9CCF-2119-52A4-6DC632C20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5096" y="1856548"/>
            <a:ext cx="4876801" cy="365661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3234908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D3C78-17F6-7DC7-BED3-07175C649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23D4D3-8663-3467-2266-091B14F024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8B69FEC-9511-33B3-4B60-C4565C08F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8205" y="722376"/>
            <a:ext cx="6555756" cy="741057"/>
          </a:xfrm>
        </p:spPr>
        <p:txBody>
          <a:bodyPr/>
          <a:lstStyle/>
          <a:p>
            <a:r>
              <a:rPr lang="en-US" dirty="0"/>
              <a:t>Anomaly detection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78F75F-3DD9-5215-36FF-211AE902C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5347" y="1564214"/>
            <a:ext cx="9161305" cy="4571410"/>
          </a:xfrm>
        </p:spPr>
        <p:txBody>
          <a:bodyPr/>
          <a:lstStyle/>
          <a:p>
            <a:pPr>
              <a:buNone/>
            </a:pPr>
            <a:r>
              <a:rPr lang="en-US" sz="1600" dirty="0"/>
              <a:t>Isolation Forest: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Unsupervised learning algorithm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Detects anomalies without labeled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Based on </a:t>
            </a:r>
            <a:r>
              <a:rPr lang="en-US" sz="1600" b="1" dirty="0"/>
              <a:t>isolation of outliers</a:t>
            </a:r>
            <a:r>
              <a:rPr lang="en-US" sz="1600" dirty="0"/>
              <a:t> </a:t>
            </a:r>
          </a:p>
          <a:p>
            <a:pPr>
              <a:buNone/>
            </a:pPr>
            <a:r>
              <a:rPr lang="en-US" sz="1600" dirty="0"/>
              <a:t>Steps: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Train on normal behavior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Assign anomaly score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Classify as normal or anomaly</a:t>
            </a:r>
          </a:p>
          <a:p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777B70-276E-FCF3-BF10-6D5A50403C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r="-387"/>
          <a:stretch>
            <a:fillRect/>
          </a:stretch>
        </p:blipFill>
        <p:spPr>
          <a:xfrm>
            <a:off x="6076833" y="2229633"/>
            <a:ext cx="5102444" cy="324057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2421053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0D9A0-48BE-6004-C664-3B74F0478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76A070-8B41-D713-9C19-CEF3B99B18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C5CD3B0-9F17-1384-2622-1E467F84D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8204" y="722376"/>
            <a:ext cx="8630363" cy="741057"/>
          </a:xfrm>
        </p:spPr>
        <p:txBody>
          <a:bodyPr/>
          <a:lstStyle/>
          <a:p>
            <a:r>
              <a:rPr lang="en-US" dirty="0"/>
              <a:t>Visualization Dashboard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59C102F-D986-7FE0-37A2-64AFDC901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5347" y="1564214"/>
            <a:ext cx="9161305" cy="4571410"/>
          </a:xfrm>
        </p:spPr>
        <p:txBody>
          <a:bodyPr/>
          <a:lstStyle/>
          <a:p>
            <a:pPr>
              <a:buNone/>
            </a:pPr>
            <a:r>
              <a:rPr lang="en-US" sz="1600" b="1" dirty="0"/>
              <a:t>Components: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Interactive </a:t>
            </a:r>
            <a:r>
              <a:rPr lang="en-US" sz="1600" dirty="0" err="1"/>
              <a:t>Streamlit</a:t>
            </a:r>
            <a:r>
              <a:rPr lang="en-US" sz="1600" dirty="0"/>
              <a:t> dashboard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Real-time threshold control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Visual analytics </a:t>
            </a:r>
          </a:p>
          <a:p>
            <a:pPr>
              <a:buNone/>
            </a:pPr>
            <a:r>
              <a:rPr lang="en-US" sz="1600" dirty="0"/>
              <a:t>Features: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CPU vs Network scatter plot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Anomaly score distribution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Anomaly table</a:t>
            </a:r>
          </a:p>
          <a:p>
            <a:endParaRPr lang="en-US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2DCDAF-5032-5FF5-636F-26B33562B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9968" y="1718876"/>
            <a:ext cx="5985955" cy="4262085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3007368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155C7-30D5-5697-2041-0766DAC5F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5B582D-DB54-971F-A83A-C2755EAC04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6A61537-9DE2-DFC3-4CBE-FA98926EE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8204" y="722376"/>
            <a:ext cx="9702080" cy="741057"/>
          </a:xfrm>
        </p:spPr>
        <p:txBody>
          <a:bodyPr/>
          <a:lstStyle/>
          <a:p>
            <a:r>
              <a:rPr lang="en-US" sz="3200" dirty="0"/>
              <a:t>Retrieval Augmented Generation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4905FE-5D3A-FD25-7861-8C7832402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8204" y="1564214"/>
            <a:ext cx="9161305" cy="4571410"/>
          </a:xfrm>
        </p:spPr>
        <p:txBody>
          <a:bodyPr/>
          <a:lstStyle/>
          <a:p>
            <a:pPr>
              <a:buNone/>
            </a:pPr>
            <a:r>
              <a:rPr lang="en-US" sz="1800" b="1" dirty="0"/>
              <a:t>RAG: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Combines: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Knowledge base (cybersecurity docs)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LLM (</a:t>
            </a:r>
            <a:r>
              <a:rPr lang="en-US" sz="1600" dirty="0" err="1"/>
              <a:t>Groq</a:t>
            </a:r>
            <a:r>
              <a:rPr lang="en-US" sz="1600" dirty="0"/>
              <a:t>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Retrieves relevant info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Generates explanation</a:t>
            </a:r>
          </a:p>
          <a:p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828022-D364-22AA-5A89-26BC8C060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1296" y="1613374"/>
            <a:ext cx="3798988" cy="2412711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173B4DF-D8B3-C87E-7CDF-758EA4AAFBF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4273"/>
          <a:stretch>
            <a:fillRect/>
          </a:stretch>
        </p:blipFill>
        <p:spPr>
          <a:xfrm>
            <a:off x="1181292" y="4334773"/>
            <a:ext cx="4672013" cy="1928384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436819B-7234-D4C7-A0B9-F6643768D7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6516" y="4334773"/>
            <a:ext cx="5359231" cy="1676634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4241354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A1FF7-745E-019E-B4BE-A6EF93787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5EF0ED-093E-BB21-A2AB-09C9C05875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962ACD9-FF92-7C46-6000-FB9826960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8204" y="722376"/>
            <a:ext cx="9702080" cy="741057"/>
          </a:xfrm>
        </p:spPr>
        <p:txBody>
          <a:bodyPr/>
          <a:lstStyle/>
          <a:p>
            <a:r>
              <a:rPr lang="en-US" sz="3600" dirty="0"/>
              <a:t>Knowledge Base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A25F7B5-D5E6-1507-F29D-C4E943A9A8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8204" y="1564214"/>
            <a:ext cx="9161305" cy="457141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Domain-specific documents used: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MITRE ATT&amp;CK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OWASP Top 10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Malware behavior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Network anomalies </a:t>
            </a:r>
          </a:p>
          <a:p>
            <a:pPr>
              <a:buNone/>
            </a:pPr>
            <a:r>
              <a:rPr lang="en-US" dirty="0"/>
              <a:t>Purpose: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Provide </a:t>
            </a:r>
            <a:r>
              <a:rPr lang="en-US" b="1" dirty="0"/>
              <a:t>context-aware explanations</a:t>
            </a:r>
            <a:endParaRPr lang="en-US" dirty="0"/>
          </a:p>
          <a:p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FAD267-5496-3EC5-E09A-5131868EE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8242" y="1989447"/>
            <a:ext cx="2991267" cy="238158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2711163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9D69B-F23C-509B-360C-2A0BCE324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86333C-4AEF-6271-491B-E6A6698F89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2B84FA3-7BA6-3040-0199-1A6BB5327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8204" y="566928"/>
            <a:ext cx="9702080" cy="741057"/>
          </a:xfrm>
        </p:spPr>
        <p:txBody>
          <a:bodyPr/>
          <a:lstStyle/>
          <a:p>
            <a:r>
              <a:rPr lang="en-US" sz="3600" dirty="0"/>
              <a:t>Vector Database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FD7BAF0-69D3-B146-4CE5-8393D4E24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8204" y="1564214"/>
            <a:ext cx="9289125" cy="4846418"/>
          </a:xfr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/>
          <a:lstStyle/>
          <a:p>
            <a:pPr>
              <a:buNone/>
            </a:pPr>
            <a:endParaRPr lang="en-US" sz="1800" dirty="0"/>
          </a:p>
          <a:p>
            <a:pPr>
              <a:buNone/>
            </a:pPr>
            <a:r>
              <a:rPr lang="en-US" sz="1800" dirty="0"/>
              <a:t>FAISS</a:t>
            </a:r>
            <a:r>
              <a:rPr lang="en-US" sz="1800" b="1" dirty="0"/>
              <a:t>: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Converts text → embeddings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Stores in FAISS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Enables fast retrieval</a:t>
            </a:r>
          </a:p>
          <a:p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93BC5F-1535-F688-18DC-364B75F764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525"/>
          <a:stretch>
            <a:fillRect/>
          </a:stretch>
        </p:blipFill>
        <p:spPr>
          <a:xfrm>
            <a:off x="5191432" y="3966100"/>
            <a:ext cx="6671089" cy="251214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576402C-1318-0F61-50B0-8E78F9A5F2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6531" y="1635829"/>
            <a:ext cx="6009951" cy="189395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1544349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03B47-240C-D68F-6A64-6828A4CCF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9EA4C2-0E59-2DCE-A209-9136152EC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54C607E-EE71-F361-3053-FB8AD4AE6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8204" y="407743"/>
            <a:ext cx="9702080" cy="741057"/>
          </a:xfrm>
        </p:spPr>
        <p:txBody>
          <a:bodyPr/>
          <a:lstStyle/>
          <a:p>
            <a:r>
              <a:rPr lang="en-US" sz="3600" dirty="0"/>
              <a:t>MITRE ATT&amp;CK Mapping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464FC2D-206C-C38D-75AF-E2A5CC352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8204" y="1269247"/>
            <a:ext cx="9161305" cy="457141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Maps anomalies to attack techniques 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>
              <a:buNone/>
            </a:pPr>
            <a:r>
              <a:rPr lang="en-US" sz="1800" dirty="0"/>
              <a:t>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High CPU → Resource Hijacking (T1496)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High login attempts → Brute Force (T1110)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High network → Data Exfiltration (T1041)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B595A8-EEBF-71AD-5E47-42377C2C45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244" b="25301"/>
          <a:stretch>
            <a:fillRect/>
          </a:stretch>
        </p:blipFill>
        <p:spPr>
          <a:xfrm>
            <a:off x="1603836" y="1822419"/>
            <a:ext cx="8438360" cy="2208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940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7EF6D-7C97-6AE3-D18D-0E11F769A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598C3E-214B-E20A-6AAB-BE92E157E3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9962E0B-C03D-C12E-B569-296BF603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8204" y="407743"/>
            <a:ext cx="9702080" cy="741057"/>
          </a:xfrm>
        </p:spPr>
        <p:txBody>
          <a:bodyPr/>
          <a:lstStyle/>
          <a:p>
            <a:r>
              <a:rPr lang="en-US" sz="3600" dirty="0"/>
              <a:t>Explainable AI Output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E77F4E6-FE30-FC24-B05A-8C8600710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8204" y="1544551"/>
            <a:ext cx="9161305" cy="4571410"/>
          </a:xfrm>
        </p:spPr>
        <p:txBody>
          <a:bodyPr/>
          <a:lstStyle/>
          <a:p>
            <a:pPr>
              <a:buNone/>
            </a:pPr>
            <a:r>
              <a:rPr lang="en-US" sz="2000" dirty="0"/>
              <a:t>System generates: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Threat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Attack technique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Indicators of compromise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Investigation steps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Final assessment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EB9A59A-2B0D-D90A-712C-E7C6C9EA0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7436" y="1243164"/>
            <a:ext cx="4666642" cy="4878197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23539740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BFCF-7DE2-F2E9-D42D-3A46FA59E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AA2FE-3837-E99E-E48A-A5319B5556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00EFCBF-D291-5FCA-1169-E0F16155E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8204" y="407743"/>
            <a:ext cx="9702080" cy="741057"/>
          </a:xfrm>
        </p:spPr>
        <p:txBody>
          <a:bodyPr/>
          <a:lstStyle/>
          <a:p>
            <a:r>
              <a:rPr lang="en-US" sz="3600" dirty="0"/>
              <a:t>Interactive Q&amp;A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AE940A1-49D1-998B-928C-B1ACD639DC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8204" y="1544551"/>
            <a:ext cx="9161305" cy="4571410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User can ask questions about anomalies </a:t>
            </a:r>
          </a:p>
          <a:p>
            <a:pPr marL="0" indent="0">
              <a:buNone/>
            </a:pPr>
            <a:r>
              <a:rPr lang="en-US" sz="2000" dirty="0"/>
              <a:t>System provides contextual answers </a:t>
            </a:r>
          </a:p>
          <a:p>
            <a:pPr>
              <a:buNone/>
            </a:pPr>
            <a:r>
              <a:rPr lang="en-US" sz="2000" dirty="0"/>
              <a:t>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“Why is high CPU suspicious?”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“What attack does this indicate?”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5EB0E0-755F-3C7D-CF5A-522A240DF0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3156"/>
          <a:stretch>
            <a:fillRect/>
          </a:stretch>
        </p:blipFill>
        <p:spPr>
          <a:xfrm>
            <a:off x="6960422" y="566928"/>
            <a:ext cx="4592481" cy="2500737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5A63ACF-4B92-E027-1F8F-58E269FCB1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422" y="3429000"/>
            <a:ext cx="4005231" cy="2614855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26354919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E45E-D6A7-9780-F652-BAF86DFBC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713232"/>
          </a:xfrm>
        </p:spPr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577A64-4E94-69E1-3180-1E014BD06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15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605EE-24B6-95D8-DE5E-BEC2F03EC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496312"/>
            <a:ext cx="3621024" cy="493776"/>
          </a:xfrm>
        </p:spPr>
        <p:txBody>
          <a:bodyPr/>
          <a:lstStyle/>
          <a:p>
            <a:r>
              <a:rPr lang="en-US" dirty="0"/>
              <a:t>Integrate Shodan API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22F651-7ABC-015D-B5C4-622708A64C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3234813"/>
            <a:ext cx="3621024" cy="270662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Analyze:</a:t>
            </a:r>
          </a:p>
          <a:p>
            <a:r>
              <a:rPr lang="en-US" dirty="0"/>
              <a:t>IP addresses</a:t>
            </a:r>
          </a:p>
          <a:p>
            <a:r>
              <a:rPr lang="en-US" dirty="0"/>
              <a:t>Domains</a:t>
            </a:r>
          </a:p>
          <a:p>
            <a:pPr marL="0" indent="0">
              <a:buNone/>
            </a:pPr>
            <a:r>
              <a:rPr lang="en-US" dirty="0"/>
              <a:t>Identify:</a:t>
            </a:r>
          </a:p>
          <a:p>
            <a:r>
              <a:rPr lang="en-US" dirty="0"/>
              <a:t>Open ports</a:t>
            </a:r>
          </a:p>
          <a:p>
            <a:r>
              <a:rPr lang="en-US" dirty="0"/>
              <a:t>Exposed services</a:t>
            </a:r>
          </a:p>
          <a:p>
            <a:r>
              <a:rPr lang="en-US" dirty="0"/>
              <a:t>Vulnerabilities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1E0F07-3291-4EE2-1286-04C97165BA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57216" y="2514895"/>
            <a:ext cx="3621024" cy="493776"/>
          </a:xfrm>
        </p:spPr>
        <p:txBody>
          <a:bodyPr/>
          <a:lstStyle/>
          <a:p>
            <a:r>
              <a:rPr lang="en-US" dirty="0"/>
              <a:t>Future Enhancements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F22CC9-1295-2B21-05A9-68A44E669B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57216" y="3351275"/>
            <a:ext cx="3621024" cy="1892808"/>
          </a:xfrm>
        </p:spPr>
        <p:txBody>
          <a:bodyPr/>
          <a:lstStyle/>
          <a:p>
            <a:r>
              <a:rPr lang="en-US" dirty="0"/>
              <a:t>Real – time log monitoring</a:t>
            </a:r>
          </a:p>
          <a:p>
            <a:r>
              <a:rPr lang="en-US" dirty="0"/>
              <a:t>SIEM integration</a:t>
            </a:r>
          </a:p>
          <a:p>
            <a:r>
              <a:rPr lang="en-US" dirty="0"/>
              <a:t>Automated threat scoring</a:t>
            </a:r>
          </a:p>
          <a:p>
            <a:r>
              <a:rPr lang="en-US" dirty="0"/>
              <a:t>Multi-model anomaly detection</a:t>
            </a:r>
          </a:p>
          <a:p>
            <a:r>
              <a:rPr lang="en-US" dirty="0"/>
              <a:t>Advanced visualization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C3DDCE6-05E6-3724-595E-7C2D0E95A515}"/>
              </a:ext>
            </a:extLst>
          </p:cNvPr>
          <p:cNvSpPr txBox="1">
            <a:spLocks/>
          </p:cNvSpPr>
          <p:nvPr/>
        </p:nvSpPr>
        <p:spPr>
          <a:xfrm>
            <a:off x="1536192" y="1613917"/>
            <a:ext cx="7371834" cy="49377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cap="all" spc="6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Threat intelligence integration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C407DD8-28AD-B0EF-873F-3D1627184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2670" y="1860805"/>
            <a:ext cx="3203432" cy="4304170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7652109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5BC92-868A-26B2-CBC0-C9D94E65F1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850687"/>
          </a:xfrm>
        </p:spPr>
        <p:txBody>
          <a:bodyPr/>
          <a:lstStyle/>
          <a:p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  <a:ea typeface="Verdana" panose="020B0604030504040204" pitchFamily="34" charset="0"/>
                <a:cs typeface="Verdana" panose="020B0604030504040204" pitchFamily="34" charset="0"/>
              </a:rPr>
              <a:t>SUMMARY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9C1627-7A56-025E-482D-E2AB014EDF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1"/>
            <a:ext cx="7735824" cy="2057007"/>
          </a:xfrm>
        </p:spPr>
        <p:txBody>
          <a:bodyPr/>
          <a:lstStyle/>
          <a:p>
            <a:pPr algn="just">
              <a:buNone/>
            </a:pPr>
            <a:r>
              <a:rPr lang="en-US" sz="1600" dirty="0">
                <a:latin typeface="Baskerville Old Face" panose="02020602080505020303" pitchFamily="18" charset="0"/>
              </a:rPr>
              <a:t>This project presents an anomaly-based threat detection system that uses </a:t>
            </a:r>
            <a:r>
              <a:rPr lang="en-US" sz="1600" b="1" dirty="0">
                <a:latin typeface="Baskerville Old Face" panose="02020602080505020303" pitchFamily="18" charset="0"/>
              </a:rPr>
              <a:t>unsupervised machine learning (Isolation Forest)</a:t>
            </a:r>
            <a:r>
              <a:rPr lang="en-US" sz="1600" dirty="0">
                <a:latin typeface="Baskerville Old Face" panose="02020602080505020303" pitchFamily="18" charset="0"/>
              </a:rPr>
              <a:t> to identify abnormal system behavior such as unusual CPU usage, network activity, and login patterns. To improve interpretability, it integrates </a:t>
            </a:r>
            <a:r>
              <a:rPr lang="en-US" sz="1600" b="1" dirty="0">
                <a:latin typeface="Baskerville Old Face" panose="02020602080505020303" pitchFamily="18" charset="0"/>
              </a:rPr>
              <a:t>Retrieval-Augmented Generation (RAG)</a:t>
            </a:r>
            <a:r>
              <a:rPr lang="en-US" sz="1600" dirty="0">
                <a:latin typeface="Baskerville Old Face" panose="02020602080505020303" pitchFamily="18" charset="0"/>
              </a:rPr>
              <a:t>, which retrieves relevant cybersecurity knowledge (e.g., MITRE ATT&amp;CK, OWASP) and generates </a:t>
            </a:r>
            <a:r>
              <a:rPr lang="en-US" sz="1600" b="1" dirty="0">
                <a:latin typeface="Baskerville Old Face" panose="02020602080505020303" pitchFamily="18" charset="0"/>
              </a:rPr>
              <a:t>human-readable explanations</a:t>
            </a:r>
            <a:r>
              <a:rPr lang="en-US" sz="1600" dirty="0">
                <a:latin typeface="Baskerville Old Face" panose="02020602080505020303" pitchFamily="18" charset="0"/>
              </a:rPr>
              <a:t> for detected anomalies. The system is deployed as an </a:t>
            </a:r>
            <a:r>
              <a:rPr lang="en-US" sz="1600" b="1" dirty="0">
                <a:latin typeface="Baskerville Old Face" panose="02020602080505020303" pitchFamily="18" charset="0"/>
              </a:rPr>
              <a:t>interactive </a:t>
            </a:r>
            <a:r>
              <a:rPr lang="en-US" sz="1600" b="1" dirty="0" err="1">
                <a:latin typeface="Baskerville Old Face" panose="02020602080505020303" pitchFamily="18" charset="0"/>
              </a:rPr>
              <a:t>Streamlit</a:t>
            </a:r>
            <a:r>
              <a:rPr lang="en-US" sz="1600" b="1" dirty="0">
                <a:latin typeface="Baskerville Old Face" panose="02020602080505020303" pitchFamily="18" charset="0"/>
              </a:rPr>
              <a:t> dashboard</a:t>
            </a:r>
            <a:r>
              <a:rPr lang="en-US" sz="1600" dirty="0">
                <a:latin typeface="Baskerville Old Face" panose="02020602080505020303" pitchFamily="18" charset="0"/>
              </a:rPr>
              <a:t>, enabling users—especially </a:t>
            </a:r>
            <a:r>
              <a:rPr lang="en-US" sz="1600" b="1" dirty="0">
                <a:latin typeface="Baskerville Old Face" panose="02020602080505020303" pitchFamily="18" charset="0"/>
              </a:rPr>
              <a:t>L1 IT professionals</a:t>
            </a:r>
            <a:r>
              <a:rPr lang="en-US" sz="1600" dirty="0">
                <a:latin typeface="Baskerville Old Face" panose="02020602080505020303" pitchFamily="18" charset="0"/>
              </a:rPr>
              <a:t>—to understand potential threats, investigate anomalies, and take informed actions without requiring deep cybersecurity expertise.</a:t>
            </a:r>
          </a:p>
          <a:p>
            <a:pPr algn="just"/>
            <a:endParaRPr lang="en-US" sz="1600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87596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E1892-81E6-551C-7B5A-DEA682245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THANK YOU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19D01-29BE-BE76-41C5-9D58AD8119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Vaagaiarasu</a:t>
            </a: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 - 25026</a:t>
            </a:r>
          </a:p>
          <a:p>
            <a:pPr algn="l"/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Subash Chandra Bose - 25015 </a:t>
            </a:r>
            <a:endParaRPr lang="en-US" dirty="0">
              <a:latin typeface="Segoe UI Light" panose="020B0502040204020203" pitchFamily="34" charset="0"/>
              <a:ea typeface="Calibri"/>
              <a:cs typeface="Segoe UI Light" panose="020B0502040204020203" pitchFamily="34" charset="0"/>
            </a:endParaRPr>
          </a:p>
          <a:p>
            <a:pPr algn="l"/>
            <a:endParaRPr lang="en-US" dirty="0">
              <a:latin typeface="Segoe UI Light" panose="020B0502040204020203" pitchFamily="34" charset="0"/>
              <a:ea typeface="Calibri"/>
              <a:cs typeface="Segoe UI Light" panose="020B0502040204020203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701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3">
      <a:dk1>
        <a:srgbClr val="000000"/>
      </a:dk1>
      <a:lt1>
        <a:srgbClr val="FFFFFF"/>
      </a:lt1>
      <a:dk2>
        <a:srgbClr val="64DFED"/>
      </a:dk2>
      <a:lt2>
        <a:srgbClr val="E7E6E6"/>
      </a:lt2>
      <a:accent1>
        <a:srgbClr val="92CDF0"/>
      </a:accent1>
      <a:accent2>
        <a:srgbClr val="92CDF0"/>
      </a:accent2>
      <a:accent3>
        <a:srgbClr val="ABC3F0"/>
      </a:accent3>
      <a:accent4>
        <a:srgbClr val="C3B9F2"/>
      </a:accent4>
      <a:accent5>
        <a:srgbClr val="AAA5F9"/>
      </a:accent5>
      <a:accent6>
        <a:srgbClr val="F6A6F4"/>
      </a:accent6>
      <a:hlink>
        <a:srgbClr val="0563C1"/>
      </a:hlink>
      <a:folHlink>
        <a:srgbClr val="954F72"/>
      </a:folHlink>
    </a:clrScheme>
    <a:fontScheme name="Custom 39">
      <a:majorFont>
        <a:latin typeface="Tw Cen M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nancial-design_Win32_CP_v13" id="{7A406372-3134-432A-A498-73868680C33B}" vid="{88D369DF-875A-4C31-AFF3-DEF6B94343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76493A3-2B83-4E58-86AD-56A2F2A20F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8B8ECF1-2A9D-464C-AFE8-2B3295D0BF97}">
  <ds:schemaRefs>
    <ds:schemaRef ds:uri="http://schemas.microsoft.com/office/2006/documentManagement/types"/>
    <ds:schemaRef ds:uri="http://schemas.openxmlformats.org/package/2006/metadata/core-properties"/>
    <ds:schemaRef ds:uri="16c05727-aa75-4e4a-9b5f-8a80a1165891"/>
    <ds:schemaRef ds:uri="http://schemas.microsoft.com/sharepoint/v3"/>
    <ds:schemaRef ds:uri="http://purl.org/dc/elements/1.1/"/>
    <ds:schemaRef ds:uri="http://www.w3.org/XML/1998/namespace"/>
    <ds:schemaRef ds:uri="http://purl.org/dc/terms/"/>
    <ds:schemaRef ds:uri="http://schemas.microsoft.com/office/infopath/2007/PartnerControls"/>
    <ds:schemaRef ds:uri="230e9df3-be65-4c73-a93b-d1236ebd677e"/>
    <ds:schemaRef ds:uri="71af3243-3dd4-4a8d-8c0d-dd76da1f02a5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4F1F1912-3146-44AF-A389-9E8B77BB368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Financial design</Template>
  <TotalTime>159</TotalTime>
  <Words>562</Words>
  <Application>Microsoft Office PowerPoint</Application>
  <PresentationFormat>Widescreen</PresentationFormat>
  <Paragraphs>154</Paragraphs>
  <Slides>17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Baskerville Old Face</vt:lpstr>
      <vt:lpstr>Calibri</vt:lpstr>
      <vt:lpstr>Courier New</vt:lpstr>
      <vt:lpstr>Mongolian Baiti</vt:lpstr>
      <vt:lpstr>Segoe UI Light</vt:lpstr>
      <vt:lpstr>Tw Cen MT</vt:lpstr>
      <vt:lpstr>Office Theme</vt:lpstr>
      <vt:lpstr>Machine learning: Explainable ML-Based Threat Detection using RAG and System Behavior Analytics</vt:lpstr>
      <vt:lpstr>CONTENTS</vt:lpstr>
      <vt:lpstr>Objectives</vt:lpstr>
      <vt:lpstr>Technologies used</vt:lpstr>
      <vt:lpstr>System Overview</vt:lpstr>
      <vt:lpstr>Data generation</vt:lpstr>
      <vt:lpstr>Anomaly detection</vt:lpstr>
      <vt:lpstr>Visualization Dashboard</vt:lpstr>
      <vt:lpstr>Retrieval Augmented Generation</vt:lpstr>
      <vt:lpstr>Knowledge Base</vt:lpstr>
      <vt:lpstr>Vector Database</vt:lpstr>
      <vt:lpstr>MITRE ATT&amp;CK Mapping</vt:lpstr>
      <vt:lpstr>Explainable AI Output</vt:lpstr>
      <vt:lpstr>Interactive Q&amp;A</vt:lpstr>
      <vt:lpstr>Future Work</vt:lpstr>
      <vt:lpstr>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vaagai arasu</dc:creator>
  <cp:lastModifiedBy>vaagai arasu</cp:lastModifiedBy>
  <cp:revision>2</cp:revision>
  <dcterms:created xsi:type="dcterms:W3CDTF">2026-03-25T07:18:59Z</dcterms:created>
  <dcterms:modified xsi:type="dcterms:W3CDTF">2026-03-25T09:58:10Z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