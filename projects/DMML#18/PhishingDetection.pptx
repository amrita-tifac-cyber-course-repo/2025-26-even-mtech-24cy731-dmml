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7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28AFB9-26BA-41C3-970B-C42196DB7270}" v="20" dt="2026-04-02T05:47:12.8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4" d="100"/>
          <a:sy n="174" d="100"/>
        </p:scale>
        <p:origin x="130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gad R" userId="27533be61515504e" providerId="LiveId" clId="{966461E2-EAC3-4D7D-9796-E3AB23E65829}"/>
    <pc:docChg chg="undo custSel addSld delSld modSld sldOrd">
      <pc:chgData name="Amgad R" userId="27533be61515504e" providerId="LiveId" clId="{966461E2-EAC3-4D7D-9796-E3AB23E65829}" dt="2026-04-02T09:34:39.638" v="550" actId="20577"/>
      <pc:docMkLst>
        <pc:docMk/>
      </pc:docMkLst>
      <pc:sldChg chg="delSp modSp mod">
        <pc:chgData name="Amgad R" userId="27533be61515504e" providerId="LiveId" clId="{966461E2-EAC3-4D7D-9796-E3AB23E65829}" dt="2026-04-02T05:33:56.500" v="116" actId="478"/>
        <pc:sldMkLst>
          <pc:docMk/>
          <pc:sldMk cId="0" sldId="256"/>
        </pc:sldMkLst>
        <pc:spChg chg="del">
          <ac:chgData name="Amgad R" userId="27533be61515504e" providerId="LiveId" clId="{966461E2-EAC3-4D7D-9796-E3AB23E65829}" dt="2026-04-02T05:33:56.500" v="116" actId="478"/>
          <ac:spMkLst>
            <pc:docMk/>
            <pc:sldMk cId="0" sldId="256"/>
            <ac:spMk id="2" creationId="{00000000-0000-0000-0000-000000000000}"/>
          </ac:spMkLst>
        </pc:spChg>
        <pc:spChg chg="mod">
          <ac:chgData name="Amgad R" userId="27533be61515504e" providerId="LiveId" clId="{966461E2-EAC3-4D7D-9796-E3AB23E65829}" dt="2026-04-02T05:24:53.608" v="17" actId="20577"/>
          <ac:spMkLst>
            <pc:docMk/>
            <pc:sldMk cId="0" sldId="256"/>
            <ac:spMk id="6" creationId="{00000000-0000-0000-0000-000000000000}"/>
          </ac:spMkLst>
        </pc:spChg>
      </pc:sldChg>
      <pc:sldChg chg="delSp modSp add del mod">
        <pc:chgData name="Amgad R" userId="27533be61515504e" providerId="LiveId" clId="{966461E2-EAC3-4D7D-9796-E3AB23E65829}" dt="2026-04-02T09:34:39.638" v="550" actId="20577"/>
        <pc:sldMkLst>
          <pc:docMk/>
          <pc:sldMk cId="0" sldId="257"/>
        </pc:sldMkLst>
        <pc:spChg chg="mod">
          <ac:chgData name="Amgad R" userId="27533be61515504e" providerId="LiveId" clId="{966461E2-EAC3-4D7D-9796-E3AB23E65829}" dt="2026-04-02T05:25:01.933" v="25" actId="20577"/>
          <ac:spMkLst>
            <pc:docMk/>
            <pc:sldMk cId="0" sldId="257"/>
            <ac:spMk id="3" creationId="{00000000-0000-0000-0000-000000000000}"/>
          </ac:spMkLst>
        </pc:spChg>
        <pc:spChg chg="del">
          <ac:chgData name="Amgad R" userId="27533be61515504e" providerId="LiveId" clId="{966461E2-EAC3-4D7D-9796-E3AB23E65829}" dt="2026-04-02T05:34:01.788" v="119" actId="478"/>
          <ac:spMkLst>
            <pc:docMk/>
            <pc:sldMk cId="0" sldId="257"/>
            <ac:spMk id="4" creationId="{00000000-0000-0000-0000-000000000000}"/>
          </ac:spMkLst>
        </pc:spChg>
        <pc:spChg chg="mod">
          <ac:chgData name="Amgad R" userId="27533be61515504e" providerId="LiveId" clId="{966461E2-EAC3-4D7D-9796-E3AB23E65829}" dt="2026-04-02T09:34:17.579" v="510" actId="20577"/>
          <ac:spMkLst>
            <pc:docMk/>
            <pc:sldMk cId="0" sldId="257"/>
            <ac:spMk id="23" creationId="{00000000-0000-0000-0000-000000000000}"/>
          </ac:spMkLst>
        </pc:spChg>
        <pc:spChg chg="mod">
          <ac:chgData name="Amgad R" userId="27533be61515504e" providerId="LiveId" clId="{966461E2-EAC3-4D7D-9796-E3AB23E65829}" dt="2026-04-02T09:34:39.638" v="550" actId="20577"/>
          <ac:spMkLst>
            <pc:docMk/>
            <pc:sldMk cId="0" sldId="257"/>
            <ac:spMk id="24" creationId="{00000000-0000-0000-0000-000000000000}"/>
          </ac:spMkLst>
        </pc:spChg>
      </pc:sldChg>
      <pc:sldChg chg="delSp modSp mod">
        <pc:chgData name="Amgad R" userId="27533be61515504e" providerId="LiveId" clId="{966461E2-EAC3-4D7D-9796-E3AB23E65829}" dt="2026-04-02T05:34:07.568" v="123" actId="478"/>
        <pc:sldMkLst>
          <pc:docMk/>
          <pc:sldMk cId="0" sldId="258"/>
        </pc:sldMkLst>
        <pc:spChg chg="del">
          <ac:chgData name="Amgad R" userId="27533be61515504e" providerId="LiveId" clId="{966461E2-EAC3-4D7D-9796-E3AB23E65829}" dt="2026-04-02T05:34:04.401" v="120" actId="478"/>
          <ac:spMkLst>
            <pc:docMk/>
            <pc:sldMk cId="0" sldId="258"/>
            <ac:spMk id="4" creationId="{00000000-0000-0000-0000-000000000000}"/>
          </ac:spMkLst>
        </pc:spChg>
        <pc:spChg chg="del">
          <ac:chgData name="Amgad R" userId="27533be61515504e" providerId="LiveId" clId="{966461E2-EAC3-4D7D-9796-E3AB23E65829}" dt="2026-04-02T05:34:05.733" v="121" actId="478"/>
          <ac:spMkLst>
            <pc:docMk/>
            <pc:sldMk cId="0" sldId="258"/>
            <ac:spMk id="8" creationId="{00000000-0000-0000-0000-000000000000}"/>
          </ac:spMkLst>
        </pc:spChg>
        <pc:spChg chg="del">
          <ac:chgData name="Amgad R" userId="27533be61515504e" providerId="LiveId" clId="{966461E2-EAC3-4D7D-9796-E3AB23E65829}" dt="2026-04-02T05:34:06.633" v="122" actId="478"/>
          <ac:spMkLst>
            <pc:docMk/>
            <pc:sldMk cId="0" sldId="258"/>
            <ac:spMk id="12" creationId="{00000000-0000-0000-0000-000000000000}"/>
          </ac:spMkLst>
        </pc:spChg>
        <pc:spChg chg="del">
          <ac:chgData name="Amgad R" userId="27533be61515504e" providerId="LiveId" clId="{966461E2-EAC3-4D7D-9796-E3AB23E65829}" dt="2026-04-02T05:34:07.568" v="123" actId="478"/>
          <ac:spMkLst>
            <pc:docMk/>
            <pc:sldMk cId="0" sldId="258"/>
            <ac:spMk id="16" creationId="{00000000-0000-0000-0000-000000000000}"/>
          </ac:spMkLst>
        </pc:spChg>
        <pc:spChg chg="mod">
          <ac:chgData name="Amgad R" userId="27533be61515504e" providerId="LiveId" clId="{966461E2-EAC3-4D7D-9796-E3AB23E65829}" dt="2026-04-02T05:28:43.759" v="59" actId="14100"/>
          <ac:spMkLst>
            <pc:docMk/>
            <pc:sldMk cId="0" sldId="258"/>
            <ac:spMk id="19" creationId="{00000000-0000-0000-0000-000000000000}"/>
          </ac:spMkLst>
        </pc:spChg>
        <pc:spChg chg="mod">
          <ac:chgData name="Amgad R" userId="27533be61515504e" providerId="LiveId" clId="{966461E2-EAC3-4D7D-9796-E3AB23E65829}" dt="2026-04-02T05:28:54.744" v="60" actId="14100"/>
          <ac:spMkLst>
            <pc:docMk/>
            <pc:sldMk cId="0" sldId="258"/>
            <ac:spMk id="21" creationId="{00000000-0000-0000-0000-000000000000}"/>
          </ac:spMkLst>
        </pc:spChg>
      </pc:sldChg>
      <pc:sldChg chg="delSp mod">
        <pc:chgData name="Amgad R" userId="27533be61515504e" providerId="LiveId" clId="{966461E2-EAC3-4D7D-9796-E3AB23E65829}" dt="2026-04-02T05:33:52.089" v="115" actId="478"/>
        <pc:sldMkLst>
          <pc:docMk/>
          <pc:sldMk cId="0" sldId="259"/>
        </pc:sldMkLst>
        <pc:spChg chg="del">
          <ac:chgData name="Amgad R" userId="27533be61515504e" providerId="LiveId" clId="{966461E2-EAC3-4D7D-9796-E3AB23E65829}" dt="2026-04-02T05:33:52.089" v="115" actId="478"/>
          <ac:spMkLst>
            <pc:docMk/>
            <pc:sldMk cId="0" sldId="259"/>
            <ac:spMk id="4" creationId="{00000000-0000-0000-0000-000000000000}"/>
          </ac:spMkLst>
        </pc:spChg>
        <pc:spChg chg="del">
          <ac:chgData name="Amgad R" userId="27533be61515504e" providerId="LiveId" clId="{966461E2-EAC3-4D7D-9796-E3AB23E65829}" dt="2026-04-02T05:33:48.326" v="111" actId="478"/>
          <ac:spMkLst>
            <pc:docMk/>
            <pc:sldMk cId="0" sldId="259"/>
            <ac:spMk id="6" creationId="{00000000-0000-0000-0000-000000000000}"/>
          </ac:spMkLst>
        </pc:spChg>
        <pc:spChg chg="del">
          <ac:chgData name="Amgad R" userId="27533be61515504e" providerId="LiveId" clId="{966461E2-EAC3-4D7D-9796-E3AB23E65829}" dt="2026-04-02T05:33:49.659" v="112" actId="478"/>
          <ac:spMkLst>
            <pc:docMk/>
            <pc:sldMk cId="0" sldId="259"/>
            <ac:spMk id="11" creationId="{00000000-0000-0000-0000-000000000000}"/>
          </ac:spMkLst>
        </pc:spChg>
        <pc:spChg chg="del">
          <ac:chgData name="Amgad R" userId="27533be61515504e" providerId="LiveId" clId="{966461E2-EAC3-4D7D-9796-E3AB23E65829}" dt="2026-04-02T05:33:51.559" v="114" actId="478"/>
          <ac:spMkLst>
            <pc:docMk/>
            <pc:sldMk cId="0" sldId="259"/>
            <ac:spMk id="16" creationId="{00000000-0000-0000-0000-000000000000}"/>
          </ac:spMkLst>
        </pc:spChg>
        <pc:spChg chg="del">
          <ac:chgData name="Amgad R" userId="27533be61515504e" providerId="LiveId" clId="{966461E2-EAC3-4D7D-9796-E3AB23E65829}" dt="2026-04-02T05:33:50.511" v="113" actId="478"/>
          <ac:spMkLst>
            <pc:docMk/>
            <pc:sldMk cId="0" sldId="259"/>
            <ac:spMk id="21" creationId="{00000000-0000-0000-0000-000000000000}"/>
          </ac:spMkLst>
        </pc:spChg>
      </pc:sldChg>
      <pc:sldChg chg="delSp modSp mod">
        <pc:chgData name="Amgad R" userId="27533be61515504e" providerId="LiveId" clId="{966461E2-EAC3-4D7D-9796-E3AB23E65829}" dt="2026-04-02T09:33:06.009" v="504" actId="20577"/>
        <pc:sldMkLst>
          <pc:docMk/>
          <pc:sldMk cId="0" sldId="260"/>
        </pc:sldMkLst>
        <pc:spChg chg="del">
          <ac:chgData name="Amgad R" userId="27533be61515504e" providerId="LiveId" clId="{966461E2-EAC3-4D7D-9796-E3AB23E65829}" dt="2026-04-02T05:33:16.043" v="93" actId="478"/>
          <ac:spMkLst>
            <pc:docMk/>
            <pc:sldMk cId="0" sldId="260"/>
            <ac:spMk id="4" creationId="{00000000-0000-0000-0000-000000000000}"/>
          </ac:spMkLst>
        </pc:spChg>
        <pc:spChg chg="del">
          <ac:chgData name="Amgad R" userId="27533be61515504e" providerId="LiveId" clId="{966461E2-EAC3-4D7D-9796-E3AB23E65829}" dt="2026-04-02T05:33:18.510" v="95" actId="478"/>
          <ac:spMkLst>
            <pc:docMk/>
            <pc:sldMk cId="0" sldId="260"/>
            <ac:spMk id="10" creationId="{00000000-0000-0000-0000-000000000000}"/>
          </ac:spMkLst>
        </pc:spChg>
        <pc:spChg chg="mod">
          <ac:chgData name="Amgad R" userId="27533be61515504e" providerId="LiveId" clId="{966461E2-EAC3-4D7D-9796-E3AB23E65829}" dt="2026-04-02T05:33:32.936" v="107" actId="20577"/>
          <ac:spMkLst>
            <pc:docMk/>
            <pc:sldMk cId="0" sldId="260"/>
            <ac:spMk id="15" creationId="{00000000-0000-0000-0000-000000000000}"/>
          </ac:spMkLst>
        </pc:spChg>
        <pc:spChg chg="del">
          <ac:chgData name="Amgad R" userId="27533be61515504e" providerId="LiveId" clId="{966461E2-EAC3-4D7D-9796-E3AB23E65829}" dt="2026-04-02T05:33:17.396" v="94" actId="478"/>
          <ac:spMkLst>
            <pc:docMk/>
            <pc:sldMk cId="0" sldId="260"/>
            <ac:spMk id="16" creationId="{00000000-0000-0000-0000-000000000000}"/>
          </ac:spMkLst>
        </pc:spChg>
        <pc:spChg chg="mod">
          <ac:chgData name="Amgad R" userId="27533be61515504e" providerId="LiveId" clId="{966461E2-EAC3-4D7D-9796-E3AB23E65829}" dt="2026-04-02T05:33:37.470" v="110" actId="20577"/>
          <ac:spMkLst>
            <pc:docMk/>
            <pc:sldMk cId="0" sldId="260"/>
            <ac:spMk id="21" creationId="{00000000-0000-0000-0000-000000000000}"/>
          </ac:spMkLst>
        </pc:spChg>
        <pc:spChg chg="del">
          <ac:chgData name="Amgad R" userId="27533be61515504e" providerId="LiveId" clId="{966461E2-EAC3-4D7D-9796-E3AB23E65829}" dt="2026-04-02T05:33:20.020" v="96" actId="478"/>
          <ac:spMkLst>
            <pc:docMk/>
            <pc:sldMk cId="0" sldId="260"/>
            <ac:spMk id="22" creationId="{00000000-0000-0000-0000-000000000000}"/>
          </ac:spMkLst>
        </pc:spChg>
        <pc:spChg chg="mod">
          <ac:chgData name="Amgad R" userId="27533be61515504e" providerId="LiveId" clId="{966461E2-EAC3-4D7D-9796-E3AB23E65829}" dt="2026-04-02T09:33:06.009" v="504" actId="20577"/>
          <ac:spMkLst>
            <pc:docMk/>
            <pc:sldMk cId="0" sldId="260"/>
            <ac:spMk id="27" creationId="{00000000-0000-0000-0000-000000000000}"/>
          </ac:spMkLst>
        </pc:spChg>
      </pc:sldChg>
      <pc:sldChg chg="delSp modSp mod">
        <pc:chgData name="Amgad R" userId="27533be61515504e" providerId="LiveId" clId="{966461E2-EAC3-4D7D-9796-E3AB23E65829}" dt="2026-04-02T09:29:27.464" v="392" actId="14100"/>
        <pc:sldMkLst>
          <pc:docMk/>
          <pc:sldMk cId="0" sldId="261"/>
        </pc:sldMkLst>
        <pc:spChg chg="del">
          <ac:chgData name="Amgad R" userId="27533be61515504e" providerId="LiveId" clId="{966461E2-EAC3-4D7D-9796-E3AB23E65829}" dt="2026-04-02T05:33:11.325" v="91" actId="478"/>
          <ac:spMkLst>
            <pc:docMk/>
            <pc:sldMk cId="0" sldId="261"/>
            <ac:spMk id="4" creationId="{00000000-0000-0000-0000-000000000000}"/>
          </ac:spMkLst>
        </pc:spChg>
        <pc:spChg chg="mod">
          <ac:chgData name="Amgad R" userId="27533be61515504e" providerId="LiveId" clId="{966461E2-EAC3-4D7D-9796-E3AB23E65829}" dt="2026-04-02T09:28:23.502" v="381" actId="1076"/>
          <ac:spMkLst>
            <pc:docMk/>
            <pc:sldMk cId="0" sldId="261"/>
            <ac:spMk id="5" creationId="{00000000-0000-0000-0000-000000000000}"/>
          </ac:spMkLst>
        </pc:spChg>
        <pc:spChg chg="del">
          <ac:chgData name="Amgad R" userId="27533be61515504e" providerId="LiveId" clId="{966461E2-EAC3-4D7D-9796-E3AB23E65829}" dt="2026-04-02T05:33:09.814" v="90" actId="478"/>
          <ac:spMkLst>
            <pc:docMk/>
            <pc:sldMk cId="0" sldId="261"/>
            <ac:spMk id="6" creationId="{00000000-0000-0000-0000-000000000000}"/>
          </ac:spMkLst>
        </pc:spChg>
        <pc:spChg chg="mod">
          <ac:chgData name="Amgad R" userId="27533be61515504e" providerId="LiveId" clId="{966461E2-EAC3-4D7D-9796-E3AB23E65829}" dt="2026-04-02T09:28:11.705" v="378" actId="6549"/>
          <ac:spMkLst>
            <pc:docMk/>
            <pc:sldMk cId="0" sldId="261"/>
            <ac:spMk id="8" creationId="{00000000-0000-0000-0000-000000000000}"/>
          </ac:spMkLst>
        </pc:spChg>
        <pc:spChg chg="mod">
          <ac:chgData name="Amgad R" userId="27533be61515504e" providerId="LiveId" clId="{966461E2-EAC3-4D7D-9796-E3AB23E65829}" dt="2026-04-02T09:28:30.018" v="382" actId="1076"/>
          <ac:spMkLst>
            <pc:docMk/>
            <pc:sldMk cId="0" sldId="261"/>
            <ac:spMk id="9" creationId="{00000000-0000-0000-0000-000000000000}"/>
          </ac:spMkLst>
        </pc:spChg>
        <pc:spChg chg="mod">
          <ac:chgData name="Amgad R" userId="27533be61515504e" providerId="LiveId" clId="{966461E2-EAC3-4D7D-9796-E3AB23E65829}" dt="2026-04-02T09:28:51.902" v="389" actId="1076"/>
          <ac:spMkLst>
            <pc:docMk/>
            <pc:sldMk cId="0" sldId="261"/>
            <ac:spMk id="10" creationId="{00000000-0000-0000-0000-000000000000}"/>
          </ac:spMkLst>
        </pc:spChg>
        <pc:spChg chg="del">
          <ac:chgData name="Amgad R" userId="27533be61515504e" providerId="LiveId" clId="{966461E2-EAC3-4D7D-9796-E3AB23E65829}" dt="2026-04-02T05:33:12.562" v="92" actId="478"/>
          <ac:spMkLst>
            <pc:docMk/>
            <pc:sldMk cId="0" sldId="261"/>
            <ac:spMk id="11" creationId="{00000000-0000-0000-0000-000000000000}"/>
          </ac:spMkLst>
        </pc:spChg>
        <pc:spChg chg="mod">
          <ac:chgData name="Amgad R" userId="27533be61515504e" providerId="LiveId" clId="{966461E2-EAC3-4D7D-9796-E3AB23E65829}" dt="2026-04-02T09:28:33.548" v="383" actId="20577"/>
          <ac:spMkLst>
            <pc:docMk/>
            <pc:sldMk cId="0" sldId="261"/>
            <ac:spMk id="13" creationId="{00000000-0000-0000-0000-000000000000}"/>
          </ac:spMkLst>
        </pc:spChg>
        <pc:spChg chg="mod">
          <ac:chgData name="Amgad R" userId="27533be61515504e" providerId="LiveId" clId="{966461E2-EAC3-4D7D-9796-E3AB23E65829}" dt="2026-04-02T09:29:27.464" v="392" actId="14100"/>
          <ac:spMkLst>
            <pc:docMk/>
            <pc:sldMk cId="0" sldId="261"/>
            <ac:spMk id="14" creationId="{00000000-0000-0000-0000-000000000000}"/>
          </ac:spMkLst>
        </pc:spChg>
      </pc:sldChg>
      <pc:sldChg chg="delSp del mod">
        <pc:chgData name="Amgad R" userId="27533be61515504e" providerId="LiveId" clId="{966461E2-EAC3-4D7D-9796-E3AB23E65829}" dt="2026-04-02T09:27:41.874" v="376" actId="47"/>
        <pc:sldMkLst>
          <pc:docMk/>
          <pc:sldMk cId="0" sldId="262"/>
        </pc:sldMkLst>
        <pc:spChg chg="del">
          <ac:chgData name="Amgad R" userId="27533be61515504e" providerId="LiveId" clId="{966461E2-EAC3-4D7D-9796-E3AB23E65829}" dt="2026-04-02T05:34:14.117" v="124" actId="478"/>
          <ac:spMkLst>
            <pc:docMk/>
            <pc:sldMk cId="0" sldId="262"/>
            <ac:spMk id="4" creationId="{00000000-0000-0000-0000-000000000000}"/>
          </ac:spMkLst>
        </pc:spChg>
      </pc:sldChg>
      <pc:sldChg chg="delSp mod">
        <pc:chgData name="Amgad R" userId="27533be61515504e" providerId="LiveId" clId="{966461E2-EAC3-4D7D-9796-E3AB23E65829}" dt="2026-04-02T05:32:59.150" v="82" actId="478"/>
        <pc:sldMkLst>
          <pc:docMk/>
          <pc:sldMk cId="0" sldId="263"/>
        </pc:sldMkLst>
        <pc:spChg chg="del">
          <ac:chgData name="Amgad R" userId="27533be61515504e" providerId="LiveId" clId="{966461E2-EAC3-4D7D-9796-E3AB23E65829}" dt="2026-04-02T05:32:59.150" v="82" actId="478"/>
          <ac:spMkLst>
            <pc:docMk/>
            <pc:sldMk cId="0" sldId="263"/>
            <ac:spMk id="4" creationId="{00000000-0000-0000-0000-000000000000}"/>
          </ac:spMkLst>
        </pc:spChg>
        <pc:spChg chg="del">
          <ac:chgData name="Amgad R" userId="27533be61515504e" providerId="LiveId" clId="{966461E2-EAC3-4D7D-9796-E3AB23E65829}" dt="2026-04-02T05:32:54.552" v="80" actId="478"/>
          <ac:spMkLst>
            <pc:docMk/>
            <pc:sldMk cId="0" sldId="263"/>
            <ac:spMk id="7" creationId="{00000000-0000-0000-0000-000000000000}"/>
          </ac:spMkLst>
        </pc:spChg>
        <pc:spChg chg="del">
          <ac:chgData name="Amgad R" userId="27533be61515504e" providerId="LiveId" clId="{966461E2-EAC3-4D7D-9796-E3AB23E65829}" dt="2026-04-02T05:32:55.840" v="81" actId="478"/>
          <ac:spMkLst>
            <pc:docMk/>
            <pc:sldMk cId="0" sldId="263"/>
            <ac:spMk id="11" creationId="{00000000-0000-0000-0000-000000000000}"/>
          </ac:spMkLst>
        </pc:spChg>
      </pc:sldChg>
      <pc:sldChg chg="delSp mod">
        <pc:chgData name="Amgad R" userId="27533be61515504e" providerId="LiveId" clId="{966461E2-EAC3-4D7D-9796-E3AB23E65829}" dt="2026-04-02T05:33:06.837" v="89" actId="478"/>
        <pc:sldMkLst>
          <pc:docMk/>
          <pc:sldMk cId="0" sldId="264"/>
        </pc:sldMkLst>
        <pc:spChg chg="del">
          <ac:chgData name="Amgad R" userId="27533be61515504e" providerId="LiveId" clId="{966461E2-EAC3-4D7D-9796-E3AB23E65829}" dt="2026-04-02T05:33:06.837" v="89" actId="478"/>
          <ac:spMkLst>
            <pc:docMk/>
            <pc:sldMk cId="0" sldId="264"/>
            <ac:spMk id="4" creationId="{00000000-0000-0000-0000-000000000000}"/>
          </ac:spMkLst>
        </pc:spChg>
        <pc:spChg chg="del">
          <ac:chgData name="Amgad R" userId="27533be61515504e" providerId="LiveId" clId="{966461E2-EAC3-4D7D-9796-E3AB23E65829}" dt="2026-04-02T05:33:01.345" v="83" actId="478"/>
          <ac:spMkLst>
            <pc:docMk/>
            <pc:sldMk cId="0" sldId="264"/>
            <ac:spMk id="7" creationId="{00000000-0000-0000-0000-000000000000}"/>
          </ac:spMkLst>
        </pc:spChg>
        <pc:spChg chg="del">
          <ac:chgData name="Amgad R" userId="27533be61515504e" providerId="LiveId" clId="{966461E2-EAC3-4D7D-9796-E3AB23E65829}" dt="2026-04-02T05:33:01.836" v="84" actId="478"/>
          <ac:spMkLst>
            <pc:docMk/>
            <pc:sldMk cId="0" sldId="264"/>
            <ac:spMk id="13" creationId="{00000000-0000-0000-0000-000000000000}"/>
          </ac:spMkLst>
        </pc:spChg>
        <pc:spChg chg="del">
          <ac:chgData name="Amgad R" userId="27533be61515504e" providerId="LiveId" clId="{966461E2-EAC3-4D7D-9796-E3AB23E65829}" dt="2026-04-02T05:33:02.576" v="85" actId="478"/>
          <ac:spMkLst>
            <pc:docMk/>
            <pc:sldMk cId="0" sldId="264"/>
            <ac:spMk id="19" creationId="{00000000-0000-0000-0000-000000000000}"/>
          </ac:spMkLst>
        </pc:spChg>
        <pc:spChg chg="del">
          <ac:chgData name="Amgad R" userId="27533be61515504e" providerId="LiveId" clId="{966461E2-EAC3-4D7D-9796-E3AB23E65829}" dt="2026-04-02T05:33:03.897" v="86" actId="478"/>
          <ac:spMkLst>
            <pc:docMk/>
            <pc:sldMk cId="0" sldId="264"/>
            <ac:spMk id="26" creationId="{00000000-0000-0000-0000-000000000000}"/>
          </ac:spMkLst>
        </pc:spChg>
        <pc:spChg chg="del">
          <ac:chgData name="Amgad R" userId="27533be61515504e" providerId="LiveId" clId="{966461E2-EAC3-4D7D-9796-E3AB23E65829}" dt="2026-04-02T05:33:04.709" v="87" actId="478"/>
          <ac:spMkLst>
            <pc:docMk/>
            <pc:sldMk cId="0" sldId="264"/>
            <ac:spMk id="30" creationId="{00000000-0000-0000-0000-000000000000}"/>
          </ac:spMkLst>
        </pc:spChg>
        <pc:spChg chg="del">
          <ac:chgData name="Amgad R" userId="27533be61515504e" providerId="LiveId" clId="{966461E2-EAC3-4D7D-9796-E3AB23E65829}" dt="2026-04-02T05:33:05.569" v="88" actId="478"/>
          <ac:spMkLst>
            <pc:docMk/>
            <pc:sldMk cId="0" sldId="264"/>
            <ac:spMk id="34" creationId="{00000000-0000-0000-0000-000000000000}"/>
          </ac:spMkLst>
        </pc:spChg>
      </pc:sldChg>
      <pc:sldChg chg="delSp modSp del mod">
        <pc:chgData name="Amgad R" userId="27533be61515504e" providerId="LiveId" clId="{966461E2-EAC3-4D7D-9796-E3AB23E65829}" dt="2026-04-02T05:48:20.218" v="375" actId="47"/>
        <pc:sldMkLst>
          <pc:docMk/>
          <pc:sldMk cId="0" sldId="265"/>
        </pc:sldMkLst>
        <pc:spChg chg="del">
          <ac:chgData name="Amgad R" userId="27533be61515504e" providerId="LiveId" clId="{966461E2-EAC3-4D7D-9796-E3AB23E65829}" dt="2026-04-02T05:34:19.288" v="125" actId="478"/>
          <ac:spMkLst>
            <pc:docMk/>
            <pc:sldMk cId="0" sldId="265"/>
            <ac:spMk id="2" creationId="{00000000-0000-0000-0000-000000000000}"/>
          </ac:spMkLst>
        </pc:spChg>
        <pc:spChg chg="mod">
          <ac:chgData name="Amgad R" userId="27533be61515504e" providerId="LiveId" clId="{966461E2-EAC3-4D7D-9796-E3AB23E65829}" dt="2026-04-02T05:25:20.705" v="44" actId="20577"/>
          <ac:spMkLst>
            <pc:docMk/>
            <pc:sldMk cId="0" sldId="265"/>
            <ac:spMk id="4" creationId="{00000000-0000-0000-0000-000000000000}"/>
          </ac:spMkLst>
        </pc:spChg>
      </pc:sldChg>
      <pc:sldChg chg="new del ord">
        <pc:chgData name="Amgad R" userId="27533be61515504e" providerId="LiveId" clId="{966461E2-EAC3-4D7D-9796-E3AB23E65829}" dt="2026-04-02T05:32:12.773" v="67" actId="47"/>
        <pc:sldMkLst>
          <pc:docMk/>
          <pc:sldMk cId="2510819617" sldId="266"/>
        </pc:sldMkLst>
      </pc:sldChg>
      <pc:sldChg chg="addSp delSp modSp add mod ord">
        <pc:chgData name="Amgad R" userId="27533be61515504e" providerId="LiveId" clId="{966461E2-EAC3-4D7D-9796-E3AB23E65829}" dt="2026-04-02T05:48:11.146" v="374"/>
        <pc:sldMkLst>
          <pc:docMk/>
          <pc:sldMk cId="1109940446" sldId="267"/>
        </pc:sldMkLst>
        <pc:spChg chg="mod">
          <ac:chgData name="Amgad R" userId="27533be61515504e" providerId="LiveId" clId="{966461E2-EAC3-4D7D-9796-E3AB23E65829}" dt="2026-04-02T05:38:43.523" v="200" actId="20577"/>
          <ac:spMkLst>
            <pc:docMk/>
            <pc:sldMk cId="1109940446" sldId="267"/>
            <ac:spMk id="3" creationId="{2648C5E3-0AC4-001E-E4AE-6851C8D51B76}"/>
          </ac:spMkLst>
        </pc:spChg>
        <pc:spChg chg="del">
          <ac:chgData name="Amgad R" userId="27533be61515504e" providerId="LiveId" clId="{966461E2-EAC3-4D7D-9796-E3AB23E65829}" dt="2026-04-02T05:32:52.552" v="79" actId="478"/>
          <ac:spMkLst>
            <pc:docMk/>
            <pc:sldMk cId="1109940446" sldId="267"/>
            <ac:spMk id="4" creationId="{13DA10EE-9010-3E9B-7828-BA0B4FCA0CC9}"/>
          </ac:spMkLst>
        </pc:spChg>
        <pc:spChg chg="mod">
          <ac:chgData name="Amgad R" userId="27533be61515504e" providerId="LiveId" clId="{966461E2-EAC3-4D7D-9796-E3AB23E65829}" dt="2026-04-02T05:47:52.231" v="370" actId="1076"/>
          <ac:spMkLst>
            <pc:docMk/>
            <pc:sldMk cId="1109940446" sldId="267"/>
            <ac:spMk id="5" creationId="{2EFE28E8-53EC-7484-E02A-BDDCD48F1536}"/>
          </ac:spMkLst>
        </pc:spChg>
        <pc:spChg chg="del mod">
          <ac:chgData name="Amgad R" userId="27533be61515504e" providerId="LiveId" clId="{966461E2-EAC3-4D7D-9796-E3AB23E65829}" dt="2026-04-02T05:32:49.736" v="78" actId="478"/>
          <ac:spMkLst>
            <pc:docMk/>
            <pc:sldMk cId="1109940446" sldId="267"/>
            <ac:spMk id="6" creationId="{2BEBDB7C-FBF7-D08B-4D2C-260FAE9EDD9F}"/>
          </ac:spMkLst>
        </pc:spChg>
        <pc:spChg chg="mod">
          <ac:chgData name="Amgad R" userId="27533be61515504e" providerId="LiveId" clId="{966461E2-EAC3-4D7D-9796-E3AB23E65829}" dt="2026-04-02T05:35:10.105" v="134" actId="20577"/>
          <ac:spMkLst>
            <pc:docMk/>
            <pc:sldMk cId="1109940446" sldId="267"/>
            <ac:spMk id="7" creationId="{DFA194D8-523B-16B3-EDBB-8B3758D42E89}"/>
          </ac:spMkLst>
        </pc:spChg>
        <pc:spChg chg="mod">
          <ac:chgData name="Amgad R" userId="27533be61515504e" providerId="LiveId" clId="{966461E2-EAC3-4D7D-9796-E3AB23E65829}" dt="2026-04-02T05:35:07.122" v="133" actId="20577"/>
          <ac:spMkLst>
            <pc:docMk/>
            <pc:sldMk cId="1109940446" sldId="267"/>
            <ac:spMk id="8" creationId="{601F734E-A48E-5E0D-7C56-3F88F5663203}"/>
          </ac:spMkLst>
        </pc:spChg>
        <pc:spChg chg="mod">
          <ac:chgData name="Amgad R" userId="27533be61515504e" providerId="LiveId" clId="{966461E2-EAC3-4D7D-9796-E3AB23E65829}" dt="2026-04-02T05:35:00.896" v="130" actId="20577"/>
          <ac:spMkLst>
            <pc:docMk/>
            <pc:sldMk cId="1109940446" sldId="267"/>
            <ac:spMk id="9" creationId="{843C4DD5-E4B4-A088-8C5E-53658B41AB43}"/>
          </ac:spMkLst>
        </pc:spChg>
        <pc:spChg chg="del mod">
          <ac:chgData name="Amgad R" userId="27533be61515504e" providerId="LiveId" clId="{966461E2-EAC3-4D7D-9796-E3AB23E65829}" dt="2026-04-02T05:32:26.583" v="74" actId="478"/>
          <ac:spMkLst>
            <pc:docMk/>
            <pc:sldMk cId="1109940446" sldId="267"/>
            <ac:spMk id="10" creationId="{91922E37-6911-CF84-0699-8AFB9990435A}"/>
          </ac:spMkLst>
        </pc:spChg>
        <pc:spChg chg="del">
          <ac:chgData name="Amgad R" userId="27533be61515504e" providerId="LiveId" clId="{966461E2-EAC3-4D7D-9796-E3AB23E65829}" dt="2026-04-02T05:32:25.935" v="72" actId="478"/>
          <ac:spMkLst>
            <pc:docMk/>
            <pc:sldMk cId="1109940446" sldId="267"/>
            <ac:spMk id="11" creationId="{9C030321-496B-336F-7270-41487F81AAD8}"/>
          </ac:spMkLst>
        </pc:spChg>
        <pc:spChg chg="del">
          <ac:chgData name="Amgad R" userId="27533be61515504e" providerId="LiveId" clId="{966461E2-EAC3-4D7D-9796-E3AB23E65829}" dt="2026-04-02T05:32:24.541" v="71" actId="478"/>
          <ac:spMkLst>
            <pc:docMk/>
            <pc:sldMk cId="1109940446" sldId="267"/>
            <ac:spMk id="12" creationId="{76E50B05-5361-D449-F3A0-A486AB1E43C1}"/>
          </ac:spMkLst>
        </pc:spChg>
        <pc:spChg chg="del">
          <ac:chgData name="Amgad R" userId="27533be61515504e" providerId="LiveId" clId="{966461E2-EAC3-4D7D-9796-E3AB23E65829}" dt="2026-04-02T05:32:24.541" v="71" actId="478"/>
          <ac:spMkLst>
            <pc:docMk/>
            <pc:sldMk cId="1109940446" sldId="267"/>
            <ac:spMk id="13" creationId="{3DE7BD96-9467-0D03-4D9E-F97978E42851}"/>
          </ac:spMkLst>
        </pc:spChg>
        <pc:spChg chg="del">
          <ac:chgData name="Amgad R" userId="27533be61515504e" providerId="LiveId" clId="{966461E2-EAC3-4D7D-9796-E3AB23E65829}" dt="2026-04-02T05:32:24.541" v="71" actId="478"/>
          <ac:spMkLst>
            <pc:docMk/>
            <pc:sldMk cId="1109940446" sldId="267"/>
            <ac:spMk id="14" creationId="{A7CE1B3F-A0EA-EEC3-33FF-01968C172AB4}"/>
          </ac:spMkLst>
        </pc:spChg>
        <pc:spChg chg="del">
          <ac:chgData name="Amgad R" userId="27533be61515504e" providerId="LiveId" clId="{966461E2-EAC3-4D7D-9796-E3AB23E65829}" dt="2026-04-02T05:32:18.375" v="68" actId="478"/>
          <ac:spMkLst>
            <pc:docMk/>
            <pc:sldMk cId="1109940446" sldId="267"/>
            <ac:spMk id="15" creationId="{8E8B661D-5129-4123-0EA6-A04C97F2B5A5}"/>
          </ac:spMkLst>
        </pc:spChg>
        <pc:spChg chg="mod">
          <ac:chgData name="Amgad R" userId="27533be61515504e" providerId="LiveId" clId="{966461E2-EAC3-4D7D-9796-E3AB23E65829}" dt="2026-04-02T05:32:20.737" v="70" actId="20577"/>
          <ac:spMkLst>
            <pc:docMk/>
            <pc:sldMk cId="1109940446" sldId="267"/>
            <ac:spMk id="16" creationId="{E0776A0A-DC91-3E44-D5F6-9A9A23E0DA26}"/>
          </ac:spMkLst>
        </pc:spChg>
        <pc:spChg chg="add del mod">
          <ac:chgData name="Amgad R" userId="27533be61515504e" providerId="LiveId" clId="{966461E2-EAC3-4D7D-9796-E3AB23E65829}" dt="2026-04-02T05:45:17.734" v="340"/>
          <ac:spMkLst>
            <pc:docMk/>
            <pc:sldMk cId="1109940446" sldId="267"/>
            <ac:spMk id="17" creationId="{6699436E-F29E-845A-0791-20EF5929529E}"/>
          </ac:spMkLst>
        </pc:spChg>
        <pc:spChg chg="add mod">
          <ac:chgData name="Amgad R" userId="27533be61515504e" providerId="LiveId" clId="{966461E2-EAC3-4D7D-9796-E3AB23E65829}" dt="2026-04-02T05:45:09.960" v="337" actId="1076"/>
          <ac:spMkLst>
            <pc:docMk/>
            <pc:sldMk cId="1109940446" sldId="267"/>
            <ac:spMk id="18" creationId="{56694199-4C38-EC98-16B9-F2421605FFA2}"/>
          </ac:spMkLst>
        </pc:spChg>
        <pc:spChg chg="add mod">
          <ac:chgData name="Amgad R" userId="27533be61515504e" providerId="LiveId" clId="{966461E2-EAC3-4D7D-9796-E3AB23E65829}" dt="2026-04-02T05:48:03.430" v="371" actId="1076"/>
          <ac:spMkLst>
            <pc:docMk/>
            <pc:sldMk cId="1109940446" sldId="267"/>
            <ac:spMk id="21" creationId="{7AB329F9-3DF5-83D7-4435-1BBD6E04A5C3}"/>
          </ac:spMkLst>
        </pc:spChg>
        <pc:spChg chg="add mod">
          <ac:chgData name="Amgad R" userId="27533be61515504e" providerId="LiveId" clId="{966461E2-EAC3-4D7D-9796-E3AB23E65829}" dt="2026-04-02T05:47:28.943" v="367" actId="14100"/>
          <ac:spMkLst>
            <pc:docMk/>
            <pc:sldMk cId="1109940446" sldId="267"/>
            <ac:spMk id="24" creationId="{9E4A6B03-1F5A-4FAD-2877-CDF0E6B6BCDC}"/>
          </ac:spMkLst>
        </pc:spChg>
        <pc:spChg chg="add mod">
          <ac:chgData name="Amgad R" userId="27533be61515504e" providerId="LiveId" clId="{966461E2-EAC3-4D7D-9796-E3AB23E65829}" dt="2026-04-02T05:47:22.330" v="366" actId="255"/>
          <ac:spMkLst>
            <pc:docMk/>
            <pc:sldMk cId="1109940446" sldId="267"/>
            <ac:spMk id="25" creationId="{CA871DBC-21CF-AF51-6500-AFF6C17D3D1D}"/>
          </ac:spMkLst>
        </pc:spChg>
        <pc:picChg chg="add del mod">
          <ac:chgData name="Amgad R" userId="27533be61515504e" providerId="LiveId" clId="{966461E2-EAC3-4D7D-9796-E3AB23E65829}" dt="2026-04-02T05:45:07.822" v="333" actId="22"/>
          <ac:picMkLst>
            <pc:docMk/>
            <pc:sldMk cId="1109940446" sldId="267"/>
            <ac:picMk id="20" creationId="{8E0A8151-7FAB-BDDB-1F57-F5A78A2D946E}"/>
          </ac:picMkLst>
        </pc:picChg>
        <pc:picChg chg="add del mod">
          <ac:chgData name="Amgad R" userId="27533be61515504e" providerId="LiveId" clId="{966461E2-EAC3-4D7D-9796-E3AB23E65829}" dt="2026-04-02T05:46:48.188" v="357" actId="478"/>
          <ac:picMkLst>
            <pc:docMk/>
            <pc:sldMk cId="1109940446" sldId="267"/>
            <ac:picMk id="23" creationId="{A68736DD-E7BE-7A89-C2C8-3BCB49A8E9C7}"/>
          </ac:picMkLst>
        </pc:picChg>
      </pc:sldChg>
      <pc:sldChg chg="addSp modSp new del mod">
        <pc:chgData name="Amgad R" userId="27533be61515504e" providerId="LiveId" clId="{966461E2-EAC3-4D7D-9796-E3AB23E65829}" dt="2026-04-02T05:48:09.062" v="372" actId="47"/>
        <pc:sldMkLst>
          <pc:docMk/>
          <pc:sldMk cId="90895975" sldId="268"/>
        </pc:sldMkLst>
        <pc:spChg chg="add mod">
          <ac:chgData name="Amgad R" userId="27533be61515504e" providerId="LiveId" clId="{966461E2-EAC3-4D7D-9796-E3AB23E65829}" dt="2026-04-02T05:45:33.900" v="344" actId="21"/>
          <ac:spMkLst>
            <pc:docMk/>
            <pc:sldMk cId="90895975" sldId="268"/>
            <ac:spMk id="2" creationId="{5420EA39-C549-7D20-362F-EC9BA4F7CDE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565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F6E15-874D-3E1A-46E3-9D72E8067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D97611-28AE-310F-0C2E-3CCFD0F511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F05AE5-058B-7C0C-23B2-9AF49981FF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077CD7-D373-B1FE-3DA6-5286CC789B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680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7498080" y="-731520"/>
            <a:ext cx="2926080" cy="2926080"/>
          </a:xfrm>
          <a:prstGeom prst="ellipse">
            <a:avLst/>
          </a:prstGeom>
          <a:solidFill>
            <a:srgbClr val="1A2E42"/>
          </a:solidFill>
          <a:ln/>
        </p:spPr>
      </p:sp>
      <p:sp>
        <p:nvSpPr>
          <p:cNvPr id="4" name="Shape 2"/>
          <p:cNvSpPr/>
          <p:nvPr/>
        </p:nvSpPr>
        <p:spPr>
          <a:xfrm>
            <a:off x="7955280" y="-274320"/>
            <a:ext cx="2011680" cy="2011680"/>
          </a:xfrm>
          <a:prstGeom prst="ellipse">
            <a:avLst/>
          </a:prstGeom>
          <a:solidFill>
            <a:srgbClr val="0369A1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 Detection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NLP &amp; Machine Learning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Used : Logistic Regression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75488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DMML Mini Project  |  NLP + Machine Learning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0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960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34440" y="9601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3990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phishing detection matters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6928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234440" y="22860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7249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real-world email corpora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6928" y="3611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234440" y="3611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Pipeline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40507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&amp; TF-IDF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86868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56048" y="960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623560" y="9601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23560" y="13990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vs Logistic Regression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219456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56048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623560" y="22860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23560" y="27249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 vs False Positives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352044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56048" y="3611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623560" y="3611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623560" y="40507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phishing risk scoring demo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0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822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Phishing?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0040" y="1207008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emails deceive recipients into revealing sensitive information such as passwords, credit card numbers, or banking credentials by impersonating legitimate organisations.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phishing attacks grow in volume and sophistication, manual detection is no longer feasible — automated, intelligent classification is essential.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943600" y="841248"/>
            <a:ext cx="19659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0" y="950976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3.4B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943600" y="159105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emails/day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0" y="2084832"/>
            <a:ext cx="19659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0" y="21945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5943600" y="28346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breaches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0" y="3328416"/>
            <a:ext cx="19659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0" y="3438144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$17M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5943600" y="407822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annual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200400"/>
            <a:ext cx="5029200" cy="1554480"/>
          </a:xfrm>
          <a:prstGeom prst="rect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291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Project Goal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365760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/>
              <a:t>To build an NLP-based phishing email detection system using Logistic Regression that can classify emails as phishing or legitimate with high recall, minimizing false negatives.</a:t>
            </a: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0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93192" y="9144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Ling-Spam Corpus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93192" y="12801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Legit + Phishing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93192" y="15361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Linguistic Society emails blended with spam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822960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28032" y="9144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Nazario Phishing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28032" y="12801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Phishing only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28032" y="15361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real-world phishing messages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" y="2240280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93192" y="23317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Nigerian Fraud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93192" y="26974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Phishing only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93192" y="295351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advance-fee fraud emails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240280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28032" y="23317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SpamAssasin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28032" y="26974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Spam + Legit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28032" y="295351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treated as phishing; legit preserved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28600" y="3703320"/>
            <a:ext cx="8686800" cy="5943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72160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Convention:   0 = Legitimate   |   1 = Phishing     (80% train / 20% test  •  Stratified split)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0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Pipeline – Text Preprocessing &amp; Feature Extraction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1168" y="822960"/>
            <a:ext cx="201168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86968" y="914400"/>
            <a:ext cx="640080" cy="64008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886968" y="914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92608" y="16276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2608" y="1993392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text converted to lowercase for uniform tokenisation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395728" y="822960"/>
            <a:ext cx="201168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81528" y="914400"/>
            <a:ext cx="640080" cy="64008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3081528" y="914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487168" y="16276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87168" y="1993392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URLs -&gt; url, emails -&gt; email, numbers -&gt; num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90288" y="822960"/>
            <a:ext cx="201168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276088" y="914400"/>
            <a:ext cx="640080" cy="64008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5276088" y="914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681728" y="16276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Lemmatize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81728" y="1993392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words to base form (running -&gt; run) without crude stemming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784848" y="822960"/>
            <a:ext cx="201168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470648" y="914400"/>
            <a:ext cx="640080" cy="64008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5" name="Text 23"/>
          <p:cNvSpPr/>
          <p:nvPr/>
        </p:nvSpPr>
        <p:spPr>
          <a:xfrm>
            <a:off x="7470648" y="914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876288" y="16276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76288" y="1993392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scores based on the number of occurrence of certain words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01168" y="3017520"/>
            <a:ext cx="8741664" cy="13258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30906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Formula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11480" y="3438144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TF(t,d) = occurrences of t in d / total terms in d     •     IDF(t) = log( N / df(t) )     •     TF-IDF = TF × IDF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appearing in &gt; 95% of emails (stopwords) are discarded via max_df. Rare words in &lt; 2 emails are removed via min_df.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0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 – Naive Bayes vs Logistic Regression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1" y="841248"/>
            <a:ext cx="416052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9326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Multinomial Naive Bayes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13716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344168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conditional independence of words given the class. Calculates P(Phishing | words) via Bayes theorem.
</a:t>
            </a: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low memory, works well with limited data.
</a:t>
            </a: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Overconfident probabilities — pushes most scores to near 0% or 100%, making it unsuitable as a risk scorer.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841248"/>
            <a:ext cx="416052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92040" y="9326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92040" y="13716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83480" y="1435608"/>
            <a:ext cx="3840480" cy="2116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a weight for each word. Combines them via sigmoid to produce a calibrated probability.
</a:t>
            </a: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Well-spread probability scores across 0–100%, making it ideal for a risk scorer.
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251960" y="2103120"/>
            <a:ext cx="640080" cy="64008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16" name="Text 14"/>
          <p:cNvSpPr/>
          <p:nvPr/>
        </p:nvSpPr>
        <p:spPr>
          <a:xfrm>
            <a:off x="425196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0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Recall is the Priority Metric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82296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 vs False Positive — Which is Worse?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397764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4630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  (Miss)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901952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phishing email is classified as legitimate.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User clicks malicious link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Credentials or data stolen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Financial or reputational damage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HIGH — this is the worst outcome.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71600"/>
            <a:ext cx="397764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14630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 (False Alarm)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901952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legitimate email is flagged as phishing.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Minor inconvenience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User checks spam folder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Email recovered easily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LOW — annoying but recoverable.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913632"/>
            <a:ext cx="8412480" cy="74980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931920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Maximising Recall (catching all phishing) is more important than minimising false alarms. Logistic Regression achieves 98.9% Recall — missing fewer than 2 phishing emails in every 100.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0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Scorer – Live Phishing Risk Scoring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82296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outputs a 0–100% risk score to classify any email into three risk tiers: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278892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4173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75%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221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Phishing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65760" y="25146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phishing indicators present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18688" y="1325880"/>
            <a:ext cx="278892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10128" y="14173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310128" y="1920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45–74%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10128" y="2221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Suspicious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310128" y="25146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— treat with caution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63056" y="1325880"/>
            <a:ext cx="278892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54496" y="14173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254496" y="1920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45%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54496" y="2221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Legitimate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254496" y="25146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strong phishing signals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0040" y="29260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Test Results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74320" y="3401568"/>
            <a:ext cx="8412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438144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account is suspended. Click to verify your password immediately!"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040880" y="345643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 · HIGH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74320" y="3886200"/>
            <a:ext cx="8412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922776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"Dear Beneficiary, you have inherited $4.5M. Provide wire transfer details."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040880" y="394106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 · HIGH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74320" y="4370832"/>
            <a:ext cx="8412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407408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"Hi team, please find the meeting notes from Tuesday attached."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040880" y="442569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 · LOW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0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F91E4F-FF53-F16B-FF83-5FF3E1F49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C63022F-CB21-2360-D663-0DEF1B78BF9A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648C5E3-0AC4-001E-E4AE-6851C8D51B76}"/>
              </a:ext>
            </a:extLst>
          </p:cNvPr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0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EFE28E8-53EC-7484-E02A-BDDCD48F1536}"/>
              </a:ext>
            </a:extLst>
          </p:cNvPr>
          <p:cNvSpPr/>
          <p:nvPr/>
        </p:nvSpPr>
        <p:spPr>
          <a:xfrm>
            <a:off x="235853" y="972524"/>
            <a:ext cx="8672294" cy="1619719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FA194D8-523B-16B3-EDBB-8B3758D42E89}"/>
              </a:ext>
            </a:extLst>
          </p:cNvPr>
          <p:cNvSpPr/>
          <p:nvPr/>
        </p:nvSpPr>
        <p:spPr>
          <a:xfrm>
            <a:off x="365760" y="9326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01F734E-A48E-5E0D-7C56-3F88F5663203}"/>
              </a:ext>
            </a:extLst>
          </p:cNvPr>
          <p:cNvSpPr/>
          <p:nvPr/>
        </p:nvSpPr>
        <p:spPr>
          <a:xfrm>
            <a:off x="365760" y="13716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43C4DD5-E4B4-A088-8C5E-53658B41AB43}"/>
              </a:ext>
            </a:extLst>
          </p:cNvPr>
          <p:cNvSpPr/>
          <p:nvPr/>
        </p:nvSpPr>
        <p:spPr>
          <a:xfrm>
            <a:off x="365759" y="1719072"/>
            <a:ext cx="816717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0776A0A-DC91-3E44-D5F6-9A9A23E0DA26}"/>
              </a:ext>
            </a:extLst>
          </p:cNvPr>
          <p:cNvSpPr/>
          <p:nvPr/>
        </p:nvSpPr>
        <p:spPr>
          <a:xfrm>
            <a:off x="425196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B329F9-3DF5-83D7-4435-1BBD6E04A5C3}"/>
              </a:ext>
            </a:extLst>
          </p:cNvPr>
          <p:cNvSpPr txBox="1"/>
          <p:nvPr/>
        </p:nvSpPr>
        <p:spPr>
          <a:xfrm>
            <a:off x="365760" y="1089885"/>
            <a:ext cx="819794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Papers:</a:t>
            </a:r>
          </a:p>
          <a:p>
            <a:r>
              <a:rPr lang="en-US" sz="1200" dirty="0"/>
              <a:t>1.  TF-IDF + Logistic Regression for Phishing Detection</a:t>
            </a:r>
          </a:p>
          <a:p>
            <a:pPr marL="342900" indent="-342900">
              <a:buAutoNum type="arabicPeriod"/>
            </a:pPr>
            <a:endParaRPr lang="en-IN" sz="1200" dirty="0"/>
          </a:p>
          <a:p>
            <a:r>
              <a:rPr lang="en-US" sz="1200" dirty="0"/>
              <a:t>2.  Logistic Regression for Spam/Phishing Detection</a:t>
            </a:r>
          </a:p>
          <a:p>
            <a:pPr marL="342900" indent="-342900">
              <a:buAutoNum type="arabicPeriod"/>
            </a:pPr>
            <a:endParaRPr lang="en-IN" sz="1200" dirty="0"/>
          </a:p>
          <a:p>
            <a:r>
              <a:rPr lang="en-US" sz="1200" dirty="0"/>
              <a:t>3.  Recent NLP Phishing Detection Study</a:t>
            </a:r>
          </a:p>
          <a:p>
            <a:endParaRPr lang="en-IN" sz="1200" dirty="0"/>
          </a:p>
        </p:txBody>
      </p:sp>
      <p:sp>
        <p:nvSpPr>
          <p:cNvPr id="24" name="Shape 3">
            <a:extLst>
              <a:ext uri="{FF2B5EF4-FFF2-40B4-BE49-F238E27FC236}">
                <a16:creationId xmlns:a16="http://schemas.microsoft.com/office/drawing/2014/main" id="{9E4A6B03-1F5A-4FAD-2877-CDF0E6B6BCDC}"/>
              </a:ext>
            </a:extLst>
          </p:cNvPr>
          <p:cNvSpPr/>
          <p:nvPr/>
        </p:nvSpPr>
        <p:spPr>
          <a:xfrm>
            <a:off x="235853" y="2878968"/>
            <a:ext cx="8672294" cy="1954339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A871DBC-21CF-AF51-6500-AFF6C17D3D1D}"/>
              </a:ext>
            </a:extLst>
          </p:cNvPr>
          <p:cNvSpPr txBox="1"/>
          <p:nvPr/>
        </p:nvSpPr>
        <p:spPr>
          <a:xfrm>
            <a:off x="365760" y="3042138"/>
            <a:ext cx="809683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Datasets:</a:t>
            </a:r>
          </a:p>
          <a:p>
            <a:r>
              <a:rPr lang="en-IN" sz="1200" dirty="0"/>
              <a:t>1.  </a:t>
            </a:r>
            <a:r>
              <a:rPr lang="en-IN" sz="1200" dirty="0" err="1"/>
              <a:t>SpamAssassin</a:t>
            </a:r>
            <a:r>
              <a:rPr lang="en-IN" sz="1200" dirty="0"/>
              <a:t> Public Email Dataset. </a:t>
            </a:r>
          </a:p>
          <a:p>
            <a:endParaRPr lang="en-IN" sz="1200" dirty="0"/>
          </a:p>
          <a:p>
            <a:r>
              <a:rPr lang="en-IN" sz="1200" dirty="0"/>
              <a:t>2.  Nazario Phishing Corpus. </a:t>
            </a:r>
          </a:p>
          <a:p>
            <a:endParaRPr lang="en-IN" sz="1200" dirty="0"/>
          </a:p>
          <a:p>
            <a:r>
              <a:rPr lang="en-IN" sz="1200" dirty="0"/>
              <a:t>3.  Ling-Spam Dataset (Linguistic Society Email Corpus). </a:t>
            </a:r>
          </a:p>
          <a:p>
            <a:endParaRPr lang="en-IN" sz="1200" dirty="0"/>
          </a:p>
          <a:p>
            <a:r>
              <a:rPr lang="en-IN" sz="1200" dirty="0"/>
              <a:t>4.  Nigerian Fraud Email Dataset. </a:t>
            </a:r>
          </a:p>
          <a:p>
            <a:endParaRPr lang="en-IN" sz="1200" dirty="0"/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1099404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786</Words>
  <Application>Microsoft Office PowerPoint</Application>
  <PresentationFormat>On-screen Show (16:9)</PresentationFormat>
  <Paragraphs>145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Email Detection using NLP &amp; ML</dc:title>
  <dc:subject>PptxGenJS Presentation</dc:subject>
  <dc:creator>PptxGenJS</dc:creator>
  <cp:lastModifiedBy>Amgad R</cp:lastModifiedBy>
  <cp:revision>1</cp:revision>
  <dcterms:created xsi:type="dcterms:W3CDTF">2026-03-24T17:14:16Z</dcterms:created>
  <dcterms:modified xsi:type="dcterms:W3CDTF">2026-04-02T09:34:41Z</dcterms:modified>
</cp:coreProperties>
</file>